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1"/>
  </p:notesMasterIdLst>
  <p:sldIdLst>
    <p:sldId id="256" r:id="rId2"/>
    <p:sldId id="257" r:id="rId3"/>
    <p:sldId id="258" r:id="rId4"/>
    <p:sldId id="259" r:id="rId5"/>
    <p:sldId id="268" r:id="rId6"/>
    <p:sldId id="260" r:id="rId7"/>
    <p:sldId id="309" r:id="rId8"/>
    <p:sldId id="261" r:id="rId9"/>
    <p:sldId id="270" r:id="rId10"/>
    <p:sldId id="271" r:id="rId11"/>
    <p:sldId id="272" r:id="rId12"/>
    <p:sldId id="273" r:id="rId13"/>
    <p:sldId id="291" r:id="rId14"/>
    <p:sldId id="296" r:id="rId15"/>
    <p:sldId id="295" r:id="rId16"/>
    <p:sldId id="292" r:id="rId17"/>
    <p:sldId id="274" r:id="rId18"/>
    <p:sldId id="298" r:id="rId19"/>
    <p:sldId id="303" r:id="rId20"/>
    <p:sldId id="276" r:id="rId21"/>
    <p:sldId id="277" r:id="rId22"/>
    <p:sldId id="278" r:id="rId23"/>
    <p:sldId id="279" r:id="rId24"/>
    <p:sldId id="280" r:id="rId25"/>
    <p:sldId id="281" r:id="rId26"/>
    <p:sldId id="282" r:id="rId27"/>
    <p:sldId id="283" r:id="rId28"/>
    <p:sldId id="284" r:id="rId29"/>
    <p:sldId id="285" r:id="rId30"/>
    <p:sldId id="287" r:id="rId31"/>
    <p:sldId id="288" r:id="rId32"/>
    <p:sldId id="301" r:id="rId33"/>
    <p:sldId id="289" r:id="rId34"/>
    <p:sldId id="290" r:id="rId35"/>
    <p:sldId id="266" r:id="rId36"/>
    <p:sldId id="297" r:id="rId37"/>
    <p:sldId id="300" r:id="rId38"/>
    <p:sldId id="299" r:id="rId39"/>
    <p:sldId id="310"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FD07EF-6581-4BC6-9BD3-89C34F9F3068}" v="21" dt="2024-03-18T20:03:02.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3" autoAdjust="0"/>
    <p:restoredTop sz="94660"/>
  </p:normalViewPr>
  <p:slideViewPr>
    <p:cSldViewPr showGuides="1">
      <p:cViewPr varScale="1">
        <p:scale>
          <a:sx n="64" d="100"/>
          <a:sy n="64" d="100"/>
        </p:scale>
        <p:origin x="159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o Guti" userId="9688279a357195a8" providerId="LiveId" clId="{4DFD07EF-6581-4BC6-9BD3-89C34F9F3068}"/>
    <pc:docChg chg="custSel addSld delSld modSld sldOrd">
      <pc:chgData name="Alejo Guti" userId="9688279a357195a8" providerId="LiveId" clId="{4DFD07EF-6581-4BC6-9BD3-89C34F9F3068}" dt="2024-03-18T20:03:02.716" v="145" actId="1076"/>
      <pc:docMkLst>
        <pc:docMk/>
      </pc:docMkLst>
      <pc:sldChg chg="modSp mod">
        <pc:chgData name="Alejo Guti" userId="9688279a357195a8" providerId="LiveId" clId="{4DFD07EF-6581-4BC6-9BD3-89C34F9F3068}" dt="2024-03-11T20:32:16.011" v="79" actId="20577"/>
        <pc:sldMkLst>
          <pc:docMk/>
          <pc:sldMk cId="2280747175" sldId="256"/>
        </pc:sldMkLst>
        <pc:spChg chg="mod">
          <ac:chgData name="Alejo Guti" userId="9688279a357195a8" providerId="LiveId" clId="{4DFD07EF-6581-4BC6-9BD3-89C34F9F3068}" dt="2024-03-11T20:31:48.873" v="24" actId="20577"/>
          <ac:spMkLst>
            <pc:docMk/>
            <pc:sldMk cId="2280747175" sldId="256"/>
            <ac:spMk id="2" creationId="{00000000-0000-0000-0000-000000000000}"/>
          </ac:spMkLst>
        </pc:spChg>
        <pc:spChg chg="mod">
          <ac:chgData name="Alejo Guti" userId="9688279a357195a8" providerId="LiveId" clId="{4DFD07EF-6581-4BC6-9BD3-89C34F9F3068}" dt="2024-03-11T20:32:16.011" v="79" actId="20577"/>
          <ac:spMkLst>
            <pc:docMk/>
            <pc:sldMk cId="2280747175" sldId="256"/>
            <ac:spMk id="4" creationId="{00000000-0000-0000-0000-000000000000}"/>
          </ac:spMkLst>
        </pc:spChg>
      </pc:sldChg>
      <pc:sldChg chg="modSp mod">
        <pc:chgData name="Alejo Guti" userId="9688279a357195a8" providerId="LiveId" clId="{4DFD07EF-6581-4BC6-9BD3-89C34F9F3068}" dt="2024-03-11T20:32:22.449" v="82" actId="20577"/>
        <pc:sldMkLst>
          <pc:docMk/>
          <pc:sldMk cId="1065196024" sldId="257"/>
        </pc:sldMkLst>
        <pc:spChg chg="mod">
          <ac:chgData name="Alejo Guti" userId="9688279a357195a8" providerId="LiveId" clId="{4DFD07EF-6581-4BC6-9BD3-89C34F9F3068}" dt="2024-03-11T20:32:22.449" v="82" actId="20577"/>
          <ac:spMkLst>
            <pc:docMk/>
            <pc:sldMk cId="1065196024" sldId="257"/>
            <ac:spMk id="3" creationId="{00000000-0000-0000-0000-000000000000}"/>
          </ac:spMkLst>
        </pc:spChg>
      </pc:sldChg>
      <pc:sldChg chg="del">
        <pc:chgData name="Alejo Guti" userId="9688279a357195a8" providerId="LiveId" clId="{4DFD07EF-6581-4BC6-9BD3-89C34F9F3068}" dt="2024-03-11T20:31:17.464" v="8" actId="47"/>
        <pc:sldMkLst>
          <pc:docMk/>
          <pc:sldMk cId="3968494391" sldId="286"/>
        </pc:sldMkLst>
      </pc:sldChg>
      <pc:sldChg chg="del">
        <pc:chgData name="Alejo Guti" userId="9688279a357195a8" providerId="LiveId" clId="{4DFD07EF-6581-4BC6-9BD3-89C34F9F3068}" dt="2024-03-11T20:37:10.699" v="83" actId="47"/>
        <pc:sldMkLst>
          <pc:docMk/>
          <pc:sldMk cId="4132846847" sldId="294"/>
        </pc:sldMkLst>
      </pc:sldChg>
      <pc:sldChg chg="delSp modSp">
        <pc:chgData name="Alejo Guti" userId="9688279a357195a8" providerId="LiveId" clId="{4DFD07EF-6581-4BC6-9BD3-89C34F9F3068}" dt="2024-03-11T20:37:24.600" v="88" actId="1076"/>
        <pc:sldMkLst>
          <pc:docMk/>
          <pc:sldMk cId="3482211736" sldId="296"/>
        </pc:sldMkLst>
        <pc:picChg chg="del">
          <ac:chgData name="Alejo Guti" userId="9688279a357195a8" providerId="LiveId" clId="{4DFD07EF-6581-4BC6-9BD3-89C34F9F3068}" dt="2024-03-11T20:37:18.829" v="84" actId="478"/>
          <ac:picMkLst>
            <pc:docMk/>
            <pc:sldMk cId="3482211736" sldId="296"/>
            <ac:picMk id="23554" creationId="{00000000-0000-0000-0000-000000000000}"/>
          </ac:picMkLst>
        </pc:picChg>
        <pc:picChg chg="mod">
          <ac:chgData name="Alejo Guti" userId="9688279a357195a8" providerId="LiveId" clId="{4DFD07EF-6581-4BC6-9BD3-89C34F9F3068}" dt="2024-03-11T20:37:24.600" v="88" actId="1076"/>
          <ac:picMkLst>
            <pc:docMk/>
            <pc:sldMk cId="3482211736" sldId="296"/>
            <ac:picMk id="23555" creationId="{00000000-0000-0000-0000-000000000000}"/>
          </ac:picMkLst>
        </pc:picChg>
      </pc:sldChg>
      <pc:sldChg chg="delSp modSp">
        <pc:chgData name="Alejo Guti" userId="9688279a357195a8" providerId="LiveId" clId="{4DFD07EF-6581-4BC6-9BD3-89C34F9F3068}" dt="2024-03-18T20:03:02.716" v="145" actId="1076"/>
        <pc:sldMkLst>
          <pc:docMk/>
          <pc:sldMk cId="1982614749" sldId="297"/>
        </pc:sldMkLst>
        <pc:picChg chg="mod">
          <ac:chgData name="Alejo Guti" userId="9688279a357195a8" providerId="LiveId" clId="{4DFD07EF-6581-4BC6-9BD3-89C34F9F3068}" dt="2024-03-18T20:03:02.716" v="145" actId="1076"/>
          <ac:picMkLst>
            <pc:docMk/>
            <pc:sldMk cId="1982614749" sldId="297"/>
            <ac:picMk id="24579" creationId="{00000000-0000-0000-0000-000000000000}"/>
          </ac:picMkLst>
        </pc:picChg>
        <pc:picChg chg="del">
          <ac:chgData name="Alejo Guti" userId="9688279a357195a8" providerId="LiveId" clId="{4DFD07EF-6581-4BC6-9BD3-89C34F9F3068}" dt="2024-03-18T20:02:52.803" v="143" actId="478"/>
          <ac:picMkLst>
            <pc:docMk/>
            <pc:sldMk cId="1982614749" sldId="297"/>
            <ac:picMk id="24580" creationId="{00000000-0000-0000-0000-000000000000}"/>
          </ac:picMkLst>
        </pc:picChg>
      </pc:sldChg>
      <pc:sldChg chg="delSp modSp ord">
        <pc:chgData name="Alejo Guti" userId="9688279a357195a8" providerId="LiveId" clId="{4DFD07EF-6581-4BC6-9BD3-89C34F9F3068}" dt="2024-03-18T20:02:33.849" v="142"/>
        <pc:sldMkLst>
          <pc:docMk/>
          <pc:sldMk cId="1945898873" sldId="299"/>
        </pc:sldMkLst>
        <pc:picChg chg="mod">
          <ac:chgData name="Alejo Guti" userId="9688279a357195a8" providerId="LiveId" clId="{4DFD07EF-6581-4BC6-9BD3-89C34F9F3068}" dt="2024-03-11T20:37:39.456" v="91" actId="1076"/>
          <ac:picMkLst>
            <pc:docMk/>
            <pc:sldMk cId="1945898873" sldId="299"/>
            <ac:picMk id="25602" creationId="{00000000-0000-0000-0000-000000000000}"/>
          </ac:picMkLst>
        </pc:picChg>
        <pc:picChg chg="del">
          <ac:chgData name="Alejo Guti" userId="9688279a357195a8" providerId="LiveId" clId="{4DFD07EF-6581-4BC6-9BD3-89C34F9F3068}" dt="2024-03-11T20:37:34.686" v="90" actId="478"/>
          <ac:picMkLst>
            <pc:docMk/>
            <pc:sldMk cId="1945898873" sldId="299"/>
            <ac:picMk id="25604" creationId="{00000000-0000-0000-0000-000000000000}"/>
          </ac:picMkLst>
        </pc:picChg>
        <pc:picChg chg="del">
          <ac:chgData name="Alejo Guti" userId="9688279a357195a8" providerId="LiveId" clId="{4DFD07EF-6581-4BC6-9BD3-89C34F9F3068}" dt="2024-03-11T20:37:32.530" v="89" actId="478"/>
          <ac:picMkLst>
            <pc:docMk/>
            <pc:sldMk cId="1945898873" sldId="299"/>
            <ac:picMk id="25605" creationId="{00000000-0000-0000-0000-000000000000}"/>
          </ac:picMkLst>
        </pc:picChg>
      </pc:sldChg>
      <pc:sldChg chg="delSp modSp ord">
        <pc:chgData name="Alejo Guti" userId="9688279a357195a8" providerId="LiveId" clId="{4DFD07EF-6581-4BC6-9BD3-89C34F9F3068}" dt="2024-03-18T20:02:18.893" v="140"/>
        <pc:sldMkLst>
          <pc:docMk/>
          <pc:sldMk cId="2459961282" sldId="300"/>
        </pc:sldMkLst>
        <pc:picChg chg="mod">
          <ac:chgData name="Alejo Guti" userId="9688279a357195a8" providerId="LiveId" clId="{4DFD07EF-6581-4BC6-9BD3-89C34F9F3068}" dt="2024-03-11T20:38:16.453" v="95" actId="1076"/>
          <ac:picMkLst>
            <pc:docMk/>
            <pc:sldMk cId="2459961282" sldId="300"/>
            <ac:picMk id="24581" creationId="{00000000-0000-0000-0000-000000000000}"/>
          </ac:picMkLst>
        </pc:picChg>
        <pc:picChg chg="del">
          <ac:chgData name="Alejo Guti" userId="9688279a357195a8" providerId="LiveId" clId="{4DFD07EF-6581-4BC6-9BD3-89C34F9F3068}" dt="2024-03-11T20:38:11.547" v="93" actId="478"/>
          <ac:picMkLst>
            <pc:docMk/>
            <pc:sldMk cId="2459961282" sldId="300"/>
            <ac:picMk id="31746" creationId="{00000000-0000-0000-0000-000000000000}"/>
          </ac:picMkLst>
        </pc:picChg>
        <pc:picChg chg="del">
          <ac:chgData name="Alejo Guti" userId="9688279a357195a8" providerId="LiveId" clId="{4DFD07EF-6581-4BC6-9BD3-89C34F9F3068}" dt="2024-03-11T20:38:09.078" v="92" actId="478"/>
          <ac:picMkLst>
            <pc:docMk/>
            <pc:sldMk cId="2459961282" sldId="300"/>
            <ac:picMk id="31748" creationId="{00000000-0000-0000-0000-000000000000}"/>
          </ac:picMkLst>
        </pc:picChg>
      </pc:sldChg>
      <pc:sldChg chg="del">
        <pc:chgData name="Alejo Guti" userId="9688279a357195a8" providerId="LiveId" clId="{4DFD07EF-6581-4BC6-9BD3-89C34F9F3068}" dt="2024-03-11T20:31:14.226" v="7" actId="47"/>
        <pc:sldMkLst>
          <pc:docMk/>
          <pc:sldMk cId="1457488188" sldId="302"/>
        </pc:sldMkLst>
      </pc:sldChg>
      <pc:sldChg chg="modSp del">
        <pc:chgData name="Alejo Guti" userId="9688279a357195a8" providerId="LiveId" clId="{4DFD07EF-6581-4BC6-9BD3-89C34F9F3068}" dt="2024-03-18T20:01:21.650" v="130" actId="47"/>
        <pc:sldMkLst>
          <pc:docMk/>
          <pc:sldMk cId="1564261843" sldId="304"/>
        </pc:sldMkLst>
        <pc:picChg chg="mod">
          <ac:chgData name="Alejo Guti" userId="9688279a357195a8" providerId="LiveId" clId="{4DFD07EF-6581-4BC6-9BD3-89C34F9F3068}" dt="2024-03-11T20:31:09.525" v="6" actId="14100"/>
          <ac:picMkLst>
            <pc:docMk/>
            <pc:sldMk cId="1564261843" sldId="304"/>
            <ac:picMk id="30723" creationId="{00000000-0000-0000-0000-000000000000}"/>
          </ac:picMkLst>
        </pc:picChg>
      </pc:sldChg>
      <pc:sldChg chg="del">
        <pc:chgData name="Alejo Guti" userId="9688279a357195a8" providerId="LiveId" clId="{4DFD07EF-6581-4BC6-9BD3-89C34F9F3068}" dt="2024-03-11T20:31:23.632" v="9" actId="47"/>
        <pc:sldMkLst>
          <pc:docMk/>
          <pc:sldMk cId="3774494121" sldId="305"/>
        </pc:sldMkLst>
      </pc:sldChg>
      <pc:sldChg chg="del">
        <pc:chgData name="Alejo Guti" userId="9688279a357195a8" providerId="LiveId" clId="{4DFD07EF-6581-4BC6-9BD3-89C34F9F3068}" dt="2024-03-11T20:38:26.438" v="96" actId="47"/>
        <pc:sldMkLst>
          <pc:docMk/>
          <pc:sldMk cId="790892306" sldId="306"/>
        </pc:sldMkLst>
      </pc:sldChg>
      <pc:sldChg chg="del">
        <pc:chgData name="Alejo Guti" userId="9688279a357195a8" providerId="LiveId" clId="{4DFD07EF-6581-4BC6-9BD3-89C34F9F3068}" dt="2024-03-11T20:38:28.126" v="97" actId="47"/>
        <pc:sldMkLst>
          <pc:docMk/>
          <pc:sldMk cId="2450323634" sldId="307"/>
        </pc:sldMkLst>
      </pc:sldChg>
      <pc:sldChg chg="delSp del mod">
        <pc:chgData name="Alejo Guti" userId="9688279a357195a8" providerId="LiveId" clId="{4DFD07EF-6581-4BC6-9BD3-89C34F9F3068}" dt="2024-03-11T20:29:58.688" v="2" actId="47"/>
        <pc:sldMkLst>
          <pc:docMk/>
          <pc:sldMk cId="3425086218" sldId="308"/>
        </pc:sldMkLst>
        <pc:spChg chg="del">
          <ac:chgData name="Alejo Guti" userId="9688279a357195a8" providerId="LiveId" clId="{4DFD07EF-6581-4BC6-9BD3-89C34F9F3068}" dt="2024-03-11T20:07:17.094" v="1" actId="478"/>
          <ac:spMkLst>
            <pc:docMk/>
            <pc:sldMk cId="3425086218" sldId="308"/>
            <ac:spMk id="4" creationId="{00000000-0000-0000-0000-000000000000}"/>
          </ac:spMkLst>
        </pc:spChg>
        <pc:picChg chg="del">
          <ac:chgData name="Alejo Guti" userId="9688279a357195a8" providerId="LiveId" clId="{4DFD07EF-6581-4BC6-9BD3-89C34F9F3068}" dt="2024-03-11T20:07:13.345" v="0" actId="478"/>
          <ac:picMkLst>
            <pc:docMk/>
            <pc:sldMk cId="3425086218" sldId="308"/>
            <ac:picMk id="33796" creationId="{00000000-0000-0000-0000-000000000000}"/>
          </ac:picMkLst>
        </pc:picChg>
      </pc:sldChg>
      <pc:sldChg chg="addSp delSp modSp new mod ord">
        <pc:chgData name="Alejo Guti" userId="9688279a357195a8" providerId="LiveId" clId="{4DFD07EF-6581-4BC6-9BD3-89C34F9F3068}" dt="2024-03-18T20:02:33.849" v="142"/>
        <pc:sldMkLst>
          <pc:docMk/>
          <pc:sldMk cId="2382361657" sldId="310"/>
        </pc:sldMkLst>
        <pc:picChg chg="add del mod modCrop">
          <ac:chgData name="Alejo Guti" userId="9688279a357195a8" providerId="LiveId" clId="{4DFD07EF-6581-4BC6-9BD3-89C34F9F3068}" dt="2024-03-11T20:41:40.694" v="110" actId="478"/>
          <ac:picMkLst>
            <pc:docMk/>
            <pc:sldMk cId="2382361657" sldId="310"/>
            <ac:picMk id="3" creationId="{4BE5EF59-0E32-BA01-B6F6-CB13C18E0397}"/>
          </ac:picMkLst>
        </pc:picChg>
        <pc:picChg chg="add del">
          <ac:chgData name="Alejo Guti" userId="9688279a357195a8" providerId="LiveId" clId="{4DFD07EF-6581-4BC6-9BD3-89C34F9F3068}" dt="2024-03-11T21:32:46.745" v="112" actId="478"/>
          <ac:picMkLst>
            <pc:docMk/>
            <pc:sldMk cId="2382361657" sldId="310"/>
            <ac:picMk id="4" creationId="{56EBBB3F-4F99-76E5-F862-8F485EBA06C1}"/>
          </ac:picMkLst>
        </pc:picChg>
        <pc:picChg chg="add mod modCrop">
          <ac:chgData name="Alejo Guti" userId="9688279a357195a8" providerId="LiveId" clId="{4DFD07EF-6581-4BC6-9BD3-89C34F9F3068}" dt="2024-03-11T21:33:39.519" v="127" actId="1076"/>
          <ac:picMkLst>
            <pc:docMk/>
            <pc:sldMk cId="2382361657" sldId="310"/>
            <ac:picMk id="6" creationId="{42A139C9-6EDB-05AE-BBE5-2B1ED5B0DED2}"/>
          </ac:picMkLst>
        </pc:picChg>
        <pc:picChg chg="add mod modCrop">
          <ac:chgData name="Alejo Guti" userId="9688279a357195a8" providerId="LiveId" clId="{4DFD07EF-6581-4BC6-9BD3-89C34F9F3068}" dt="2024-03-11T21:33:44.512" v="129" actId="1076"/>
          <ac:picMkLst>
            <pc:docMk/>
            <pc:sldMk cId="2382361657" sldId="310"/>
            <ac:picMk id="7" creationId="{55F58327-6750-16E3-7A49-27855347FDE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CC6527-6368-4B7E-AE30-765647784C5A}" type="doc">
      <dgm:prSet loTypeId="urn:microsoft.com/office/officeart/2005/8/layout/gear1" loCatId="relationship" qsTypeId="urn:microsoft.com/office/officeart/2009/2/quickstyle/3d8" qsCatId="3D" csTypeId="urn:microsoft.com/office/officeart/2005/8/colors/accent1_2" csCatId="accent1" phldr="1"/>
      <dgm:spPr/>
    </dgm:pt>
    <dgm:pt modelId="{EFA2B391-1A21-49BC-8767-02644FF97DF7}">
      <dgm:prSet phldrT="[Texto]"/>
      <dgm:spPr/>
      <dgm:t>
        <a:bodyPr/>
        <a:lstStyle/>
        <a:p>
          <a:r>
            <a:rPr lang="es-CO" dirty="0"/>
            <a:t>V=IR</a:t>
          </a:r>
        </a:p>
      </dgm:t>
    </dgm:pt>
    <dgm:pt modelId="{626E9045-3293-4530-8A06-FF17EABD6A49}" type="parTrans" cxnId="{D94CF9DA-A9C1-4D85-B8D6-CFAB1A2D9B84}">
      <dgm:prSet/>
      <dgm:spPr/>
      <dgm:t>
        <a:bodyPr/>
        <a:lstStyle/>
        <a:p>
          <a:endParaRPr lang="es-CO"/>
        </a:p>
      </dgm:t>
    </dgm:pt>
    <dgm:pt modelId="{C5A00591-3C06-4708-8546-48D266F05EB9}" type="sibTrans" cxnId="{D94CF9DA-A9C1-4D85-B8D6-CFAB1A2D9B84}">
      <dgm:prSet/>
      <dgm:spPr/>
      <dgm:t>
        <a:bodyPr/>
        <a:lstStyle/>
        <a:p>
          <a:endParaRPr lang="es-CO"/>
        </a:p>
      </dgm:t>
    </dgm:pt>
    <dgm:pt modelId="{AE4C3AAC-E375-4D25-9C25-7B34E28EE852}">
      <dgm:prSet phldrT="[Texto]"/>
      <dgm:spPr/>
      <dgm:t>
        <a:bodyPr/>
        <a:lstStyle/>
        <a:p>
          <a:r>
            <a:rPr lang="es-CO" dirty="0"/>
            <a:t>I=V/R</a:t>
          </a:r>
        </a:p>
      </dgm:t>
    </dgm:pt>
    <dgm:pt modelId="{09BF80FF-2FE9-4451-AFE1-0395F5C1A3BE}" type="parTrans" cxnId="{C32E9D6A-8BF0-483C-AF5B-750446C35BDD}">
      <dgm:prSet/>
      <dgm:spPr/>
      <dgm:t>
        <a:bodyPr/>
        <a:lstStyle/>
        <a:p>
          <a:endParaRPr lang="es-CO"/>
        </a:p>
      </dgm:t>
    </dgm:pt>
    <dgm:pt modelId="{D84F8CD6-204B-408D-89FD-CD3300E56703}" type="sibTrans" cxnId="{C32E9D6A-8BF0-483C-AF5B-750446C35BDD}">
      <dgm:prSet/>
      <dgm:spPr/>
      <dgm:t>
        <a:bodyPr/>
        <a:lstStyle/>
        <a:p>
          <a:endParaRPr lang="es-CO"/>
        </a:p>
      </dgm:t>
    </dgm:pt>
    <dgm:pt modelId="{20B98833-C905-45CD-A880-75649BF0AE98}">
      <dgm:prSet phldrT="[Texto]"/>
      <dgm:spPr/>
      <dgm:t>
        <a:bodyPr/>
        <a:lstStyle/>
        <a:p>
          <a:r>
            <a:rPr lang="es-CO" dirty="0"/>
            <a:t>R=V/I</a:t>
          </a:r>
        </a:p>
      </dgm:t>
    </dgm:pt>
    <dgm:pt modelId="{47F08F58-E3F0-4E3C-B753-CE897CDE0EC7}" type="parTrans" cxnId="{E29C4457-E782-4022-8C38-F7A21CC6E478}">
      <dgm:prSet/>
      <dgm:spPr/>
      <dgm:t>
        <a:bodyPr/>
        <a:lstStyle/>
        <a:p>
          <a:endParaRPr lang="es-CO"/>
        </a:p>
      </dgm:t>
    </dgm:pt>
    <dgm:pt modelId="{31A256AA-3442-436E-B91D-E8A6EBE65D89}" type="sibTrans" cxnId="{E29C4457-E782-4022-8C38-F7A21CC6E478}">
      <dgm:prSet/>
      <dgm:spPr/>
      <dgm:t>
        <a:bodyPr/>
        <a:lstStyle/>
        <a:p>
          <a:endParaRPr lang="es-CO"/>
        </a:p>
      </dgm:t>
    </dgm:pt>
    <dgm:pt modelId="{9982B60A-AD90-4711-A184-72EDCB935B29}" type="pres">
      <dgm:prSet presAssocID="{C4CC6527-6368-4B7E-AE30-765647784C5A}" presName="composite" presStyleCnt="0">
        <dgm:presLayoutVars>
          <dgm:chMax val="3"/>
          <dgm:animLvl val="lvl"/>
          <dgm:resizeHandles val="exact"/>
        </dgm:presLayoutVars>
      </dgm:prSet>
      <dgm:spPr/>
    </dgm:pt>
    <dgm:pt modelId="{C6C624D0-41A8-4602-B79A-A5FCAED80DFC}" type="pres">
      <dgm:prSet presAssocID="{EFA2B391-1A21-49BC-8767-02644FF97DF7}" presName="gear1" presStyleLbl="node1" presStyleIdx="0" presStyleCnt="3">
        <dgm:presLayoutVars>
          <dgm:chMax val="1"/>
          <dgm:bulletEnabled val="1"/>
        </dgm:presLayoutVars>
      </dgm:prSet>
      <dgm:spPr/>
    </dgm:pt>
    <dgm:pt modelId="{D86BE7C7-7C1C-4D82-87AA-E97CA97F7A34}" type="pres">
      <dgm:prSet presAssocID="{EFA2B391-1A21-49BC-8767-02644FF97DF7}" presName="gear1srcNode" presStyleLbl="node1" presStyleIdx="0" presStyleCnt="3"/>
      <dgm:spPr/>
    </dgm:pt>
    <dgm:pt modelId="{1E4747DE-2AE5-4C5D-BBAB-F5B49C4C1157}" type="pres">
      <dgm:prSet presAssocID="{EFA2B391-1A21-49BC-8767-02644FF97DF7}" presName="gear1dstNode" presStyleLbl="node1" presStyleIdx="0" presStyleCnt="3"/>
      <dgm:spPr/>
    </dgm:pt>
    <dgm:pt modelId="{49D6E389-7EF0-445A-BFEA-D77CF45F4421}" type="pres">
      <dgm:prSet presAssocID="{AE4C3AAC-E375-4D25-9C25-7B34E28EE852}" presName="gear2" presStyleLbl="node1" presStyleIdx="1" presStyleCnt="3">
        <dgm:presLayoutVars>
          <dgm:chMax val="1"/>
          <dgm:bulletEnabled val="1"/>
        </dgm:presLayoutVars>
      </dgm:prSet>
      <dgm:spPr/>
    </dgm:pt>
    <dgm:pt modelId="{75599F11-279D-417A-831A-4AD56943F24A}" type="pres">
      <dgm:prSet presAssocID="{AE4C3AAC-E375-4D25-9C25-7B34E28EE852}" presName="gear2srcNode" presStyleLbl="node1" presStyleIdx="1" presStyleCnt="3"/>
      <dgm:spPr/>
    </dgm:pt>
    <dgm:pt modelId="{A6D480C7-484C-458F-BB12-77F271B9E290}" type="pres">
      <dgm:prSet presAssocID="{AE4C3AAC-E375-4D25-9C25-7B34E28EE852}" presName="gear2dstNode" presStyleLbl="node1" presStyleIdx="1" presStyleCnt="3"/>
      <dgm:spPr/>
    </dgm:pt>
    <dgm:pt modelId="{ABFF36EA-6659-43D4-92FF-FC49D2B018F8}" type="pres">
      <dgm:prSet presAssocID="{20B98833-C905-45CD-A880-75649BF0AE98}" presName="gear3" presStyleLbl="node1" presStyleIdx="2" presStyleCnt="3"/>
      <dgm:spPr/>
    </dgm:pt>
    <dgm:pt modelId="{46C7C4A1-61BD-4489-A663-14E67650BAC3}" type="pres">
      <dgm:prSet presAssocID="{20B98833-C905-45CD-A880-75649BF0AE98}" presName="gear3tx" presStyleLbl="node1" presStyleIdx="2" presStyleCnt="3">
        <dgm:presLayoutVars>
          <dgm:chMax val="1"/>
          <dgm:bulletEnabled val="1"/>
        </dgm:presLayoutVars>
      </dgm:prSet>
      <dgm:spPr/>
    </dgm:pt>
    <dgm:pt modelId="{D6929AB4-D522-47A1-9D9C-2DF00A367129}" type="pres">
      <dgm:prSet presAssocID="{20B98833-C905-45CD-A880-75649BF0AE98}" presName="gear3srcNode" presStyleLbl="node1" presStyleIdx="2" presStyleCnt="3"/>
      <dgm:spPr/>
    </dgm:pt>
    <dgm:pt modelId="{6DD71462-CF58-4A6E-B4C6-F6C07A2C097F}" type="pres">
      <dgm:prSet presAssocID="{20B98833-C905-45CD-A880-75649BF0AE98}" presName="gear3dstNode" presStyleLbl="node1" presStyleIdx="2" presStyleCnt="3"/>
      <dgm:spPr/>
    </dgm:pt>
    <dgm:pt modelId="{31EB2660-51DD-4206-BA19-A72FB4890882}" type="pres">
      <dgm:prSet presAssocID="{C5A00591-3C06-4708-8546-48D266F05EB9}" presName="connector1" presStyleLbl="sibTrans2D1" presStyleIdx="0" presStyleCnt="3"/>
      <dgm:spPr/>
    </dgm:pt>
    <dgm:pt modelId="{474E0239-D940-493C-B226-D21B142D69CB}" type="pres">
      <dgm:prSet presAssocID="{D84F8CD6-204B-408D-89FD-CD3300E56703}" presName="connector2" presStyleLbl="sibTrans2D1" presStyleIdx="1" presStyleCnt="3"/>
      <dgm:spPr/>
    </dgm:pt>
    <dgm:pt modelId="{DAAEB63E-EC1E-4B43-860C-CE4DE05098FC}" type="pres">
      <dgm:prSet presAssocID="{31A256AA-3442-436E-B91D-E8A6EBE65D89}" presName="connector3" presStyleLbl="sibTrans2D1" presStyleIdx="2" presStyleCnt="3"/>
      <dgm:spPr/>
    </dgm:pt>
  </dgm:ptLst>
  <dgm:cxnLst>
    <dgm:cxn modelId="{83B0020D-1D98-44C7-A8C9-4B00448E2697}" type="presOf" srcId="{AE4C3AAC-E375-4D25-9C25-7B34E28EE852}" destId="{A6D480C7-484C-458F-BB12-77F271B9E290}" srcOrd="2" destOrd="0" presId="urn:microsoft.com/office/officeart/2005/8/layout/gear1"/>
    <dgm:cxn modelId="{62BA4811-B679-40D8-83F5-C64A65BDA38B}" type="presOf" srcId="{20B98833-C905-45CD-A880-75649BF0AE98}" destId="{ABFF36EA-6659-43D4-92FF-FC49D2B018F8}" srcOrd="0" destOrd="0" presId="urn:microsoft.com/office/officeart/2005/8/layout/gear1"/>
    <dgm:cxn modelId="{7E4C5012-95B1-4489-A2C3-183289936DAE}" type="presOf" srcId="{C4CC6527-6368-4B7E-AE30-765647784C5A}" destId="{9982B60A-AD90-4711-A184-72EDCB935B29}" srcOrd="0" destOrd="0" presId="urn:microsoft.com/office/officeart/2005/8/layout/gear1"/>
    <dgm:cxn modelId="{91FCD213-23CC-4F78-B8AF-47109FC403A3}" type="presOf" srcId="{EFA2B391-1A21-49BC-8767-02644FF97DF7}" destId="{1E4747DE-2AE5-4C5D-BBAB-F5B49C4C1157}" srcOrd="2" destOrd="0" presId="urn:microsoft.com/office/officeart/2005/8/layout/gear1"/>
    <dgm:cxn modelId="{39C57343-6B5E-4CCA-8503-BBF74CA3B591}" type="presOf" srcId="{EFA2B391-1A21-49BC-8767-02644FF97DF7}" destId="{D86BE7C7-7C1C-4D82-87AA-E97CA97F7A34}" srcOrd="1" destOrd="0" presId="urn:microsoft.com/office/officeart/2005/8/layout/gear1"/>
    <dgm:cxn modelId="{05A48165-EE47-4EE6-BB07-BE2EE2EAF0DF}" type="presOf" srcId="{20B98833-C905-45CD-A880-75649BF0AE98}" destId="{D6929AB4-D522-47A1-9D9C-2DF00A367129}" srcOrd="2" destOrd="0" presId="urn:microsoft.com/office/officeart/2005/8/layout/gear1"/>
    <dgm:cxn modelId="{81782146-824E-478C-8507-F656B5308C5B}" type="presOf" srcId="{AE4C3AAC-E375-4D25-9C25-7B34E28EE852}" destId="{49D6E389-7EF0-445A-BFEA-D77CF45F4421}" srcOrd="0" destOrd="0" presId="urn:microsoft.com/office/officeart/2005/8/layout/gear1"/>
    <dgm:cxn modelId="{C32E9D6A-8BF0-483C-AF5B-750446C35BDD}" srcId="{C4CC6527-6368-4B7E-AE30-765647784C5A}" destId="{AE4C3AAC-E375-4D25-9C25-7B34E28EE852}" srcOrd="1" destOrd="0" parTransId="{09BF80FF-2FE9-4451-AFE1-0395F5C1A3BE}" sibTransId="{D84F8CD6-204B-408D-89FD-CD3300E56703}"/>
    <dgm:cxn modelId="{A0309852-4F84-4980-9334-B3CA72B1BE5C}" type="presOf" srcId="{20B98833-C905-45CD-A880-75649BF0AE98}" destId="{46C7C4A1-61BD-4489-A663-14E67650BAC3}" srcOrd="1" destOrd="0" presId="urn:microsoft.com/office/officeart/2005/8/layout/gear1"/>
    <dgm:cxn modelId="{E29C4457-E782-4022-8C38-F7A21CC6E478}" srcId="{C4CC6527-6368-4B7E-AE30-765647784C5A}" destId="{20B98833-C905-45CD-A880-75649BF0AE98}" srcOrd="2" destOrd="0" parTransId="{47F08F58-E3F0-4E3C-B753-CE897CDE0EC7}" sibTransId="{31A256AA-3442-436E-B91D-E8A6EBE65D89}"/>
    <dgm:cxn modelId="{03203D7D-DCDE-4A02-9241-07995AA0CF6D}" type="presOf" srcId="{EFA2B391-1A21-49BC-8767-02644FF97DF7}" destId="{C6C624D0-41A8-4602-B79A-A5FCAED80DFC}" srcOrd="0" destOrd="0" presId="urn:microsoft.com/office/officeart/2005/8/layout/gear1"/>
    <dgm:cxn modelId="{2C3CEAA4-A13A-40E8-A335-BAFBF8081479}" type="presOf" srcId="{20B98833-C905-45CD-A880-75649BF0AE98}" destId="{6DD71462-CF58-4A6E-B4C6-F6C07A2C097F}" srcOrd="3" destOrd="0" presId="urn:microsoft.com/office/officeart/2005/8/layout/gear1"/>
    <dgm:cxn modelId="{944AEFA8-2704-457C-8C6E-8938D64470AE}" type="presOf" srcId="{AE4C3AAC-E375-4D25-9C25-7B34E28EE852}" destId="{75599F11-279D-417A-831A-4AD56943F24A}" srcOrd="1" destOrd="0" presId="urn:microsoft.com/office/officeart/2005/8/layout/gear1"/>
    <dgm:cxn modelId="{62328CAA-6C3F-410B-B2B6-38FADACB5683}" type="presOf" srcId="{31A256AA-3442-436E-B91D-E8A6EBE65D89}" destId="{DAAEB63E-EC1E-4B43-860C-CE4DE05098FC}" srcOrd="0" destOrd="0" presId="urn:microsoft.com/office/officeart/2005/8/layout/gear1"/>
    <dgm:cxn modelId="{D94CF9DA-A9C1-4D85-B8D6-CFAB1A2D9B84}" srcId="{C4CC6527-6368-4B7E-AE30-765647784C5A}" destId="{EFA2B391-1A21-49BC-8767-02644FF97DF7}" srcOrd="0" destOrd="0" parTransId="{626E9045-3293-4530-8A06-FF17EABD6A49}" sibTransId="{C5A00591-3C06-4708-8546-48D266F05EB9}"/>
    <dgm:cxn modelId="{82B70FE4-21EA-4D57-80E4-CF555E4B2787}" type="presOf" srcId="{D84F8CD6-204B-408D-89FD-CD3300E56703}" destId="{474E0239-D940-493C-B226-D21B142D69CB}" srcOrd="0" destOrd="0" presId="urn:microsoft.com/office/officeart/2005/8/layout/gear1"/>
    <dgm:cxn modelId="{285488F2-4940-4B67-BAD6-D21A2F9330DD}" type="presOf" srcId="{C5A00591-3C06-4708-8546-48D266F05EB9}" destId="{31EB2660-51DD-4206-BA19-A72FB4890882}" srcOrd="0" destOrd="0" presId="urn:microsoft.com/office/officeart/2005/8/layout/gear1"/>
    <dgm:cxn modelId="{7848BA35-8AA2-4273-955D-A75640EA611B}" type="presParOf" srcId="{9982B60A-AD90-4711-A184-72EDCB935B29}" destId="{C6C624D0-41A8-4602-B79A-A5FCAED80DFC}" srcOrd="0" destOrd="0" presId="urn:microsoft.com/office/officeart/2005/8/layout/gear1"/>
    <dgm:cxn modelId="{DAD2E010-3CE1-4FF9-B0E0-A3C4C7B2882D}" type="presParOf" srcId="{9982B60A-AD90-4711-A184-72EDCB935B29}" destId="{D86BE7C7-7C1C-4D82-87AA-E97CA97F7A34}" srcOrd="1" destOrd="0" presId="urn:microsoft.com/office/officeart/2005/8/layout/gear1"/>
    <dgm:cxn modelId="{D9540ABE-BA81-40BD-83EE-B326C8040592}" type="presParOf" srcId="{9982B60A-AD90-4711-A184-72EDCB935B29}" destId="{1E4747DE-2AE5-4C5D-BBAB-F5B49C4C1157}" srcOrd="2" destOrd="0" presId="urn:microsoft.com/office/officeart/2005/8/layout/gear1"/>
    <dgm:cxn modelId="{755D5D7F-ADD7-4E2A-85A1-4A0C452FD3DE}" type="presParOf" srcId="{9982B60A-AD90-4711-A184-72EDCB935B29}" destId="{49D6E389-7EF0-445A-BFEA-D77CF45F4421}" srcOrd="3" destOrd="0" presId="urn:microsoft.com/office/officeart/2005/8/layout/gear1"/>
    <dgm:cxn modelId="{E283BE2A-2847-4166-9095-4468C36441BD}" type="presParOf" srcId="{9982B60A-AD90-4711-A184-72EDCB935B29}" destId="{75599F11-279D-417A-831A-4AD56943F24A}" srcOrd="4" destOrd="0" presId="urn:microsoft.com/office/officeart/2005/8/layout/gear1"/>
    <dgm:cxn modelId="{4BE327DB-6039-4629-81FA-3739F811B347}" type="presParOf" srcId="{9982B60A-AD90-4711-A184-72EDCB935B29}" destId="{A6D480C7-484C-458F-BB12-77F271B9E290}" srcOrd="5" destOrd="0" presId="urn:microsoft.com/office/officeart/2005/8/layout/gear1"/>
    <dgm:cxn modelId="{981D70A8-FA57-44B7-99C4-623CC846B2E4}" type="presParOf" srcId="{9982B60A-AD90-4711-A184-72EDCB935B29}" destId="{ABFF36EA-6659-43D4-92FF-FC49D2B018F8}" srcOrd="6" destOrd="0" presId="urn:microsoft.com/office/officeart/2005/8/layout/gear1"/>
    <dgm:cxn modelId="{AAAD892B-1F37-44B9-973E-06297B18300B}" type="presParOf" srcId="{9982B60A-AD90-4711-A184-72EDCB935B29}" destId="{46C7C4A1-61BD-4489-A663-14E67650BAC3}" srcOrd="7" destOrd="0" presId="urn:microsoft.com/office/officeart/2005/8/layout/gear1"/>
    <dgm:cxn modelId="{23987F76-592A-4A8C-A7D1-0B9DDB8E2F00}" type="presParOf" srcId="{9982B60A-AD90-4711-A184-72EDCB935B29}" destId="{D6929AB4-D522-47A1-9D9C-2DF00A367129}" srcOrd="8" destOrd="0" presId="urn:microsoft.com/office/officeart/2005/8/layout/gear1"/>
    <dgm:cxn modelId="{620DA8E9-36F6-4C5D-A529-82F6E6C581BC}" type="presParOf" srcId="{9982B60A-AD90-4711-A184-72EDCB935B29}" destId="{6DD71462-CF58-4A6E-B4C6-F6C07A2C097F}" srcOrd="9" destOrd="0" presId="urn:microsoft.com/office/officeart/2005/8/layout/gear1"/>
    <dgm:cxn modelId="{00899915-3542-46BD-A232-A4D81FE887F5}" type="presParOf" srcId="{9982B60A-AD90-4711-A184-72EDCB935B29}" destId="{31EB2660-51DD-4206-BA19-A72FB4890882}" srcOrd="10" destOrd="0" presId="urn:microsoft.com/office/officeart/2005/8/layout/gear1"/>
    <dgm:cxn modelId="{824C56BD-288B-48DD-9E49-3BEDF060420C}" type="presParOf" srcId="{9982B60A-AD90-4711-A184-72EDCB935B29}" destId="{474E0239-D940-493C-B226-D21B142D69CB}" srcOrd="11" destOrd="0" presId="urn:microsoft.com/office/officeart/2005/8/layout/gear1"/>
    <dgm:cxn modelId="{99308063-D814-4E86-942C-974854D64868}" type="presParOf" srcId="{9982B60A-AD90-4711-A184-72EDCB935B29}" destId="{DAAEB63E-EC1E-4B43-860C-CE4DE05098FC}"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CC6527-6368-4B7E-AE30-765647784C5A}" type="doc">
      <dgm:prSet loTypeId="urn:microsoft.com/office/officeart/2005/8/layout/venn1" loCatId="relationship" qsTypeId="urn:microsoft.com/office/officeart/2005/8/quickstyle/simple1" qsCatId="simple" csTypeId="urn:microsoft.com/office/officeart/2005/8/colors/accent1_2" csCatId="accent1" phldr="1"/>
      <dgm:spPr/>
    </dgm:pt>
    <dgm:pt modelId="{EFA2B391-1A21-49BC-8767-02644FF97DF7}">
      <dgm:prSet phldrT="[Texto]"/>
      <dgm:spPr/>
      <dgm:t>
        <a:bodyPr/>
        <a:lstStyle/>
        <a:p>
          <a:r>
            <a:rPr lang="es-CO" dirty="0"/>
            <a:t>V</a:t>
          </a:r>
        </a:p>
      </dgm:t>
    </dgm:pt>
    <dgm:pt modelId="{626E9045-3293-4530-8A06-FF17EABD6A49}" type="parTrans" cxnId="{D94CF9DA-A9C1-4D85-B8D6-CFAB1A2D9B84}">
      <dgm:prSet/>
      <dgm:spPr/>
      <dgm:t>
        <a:bodyPr/>
        <a:lstStyle/>
        <a:p>
          <a:endParaRPr lang="es-CO"/>
        </a:p>
      </dgm:t>
    </dgm:pt>
    <dgm:pt modelId="{C5A00591-3C06-4708-8546-48D266F05EB9}" type="sibTrans" cxnId="{D94CF9DA-A9C1-4D85-B8D6-CFAB1A2D9B84}">
      <dgm:prSet/>
      <dgm:spPr/>
      <dgm:t>
        <a:bodyPr/>
        <a:lstStyle/>
        <a:p>
          <a:endParaRPr lang="es-CO"/>
        </a:p>
      </dgm:t>
    </dgm:pt>
    <dgm:pt modelId="{AE4C3AAC-E375-4D25-9C25-7B34E28EE852}">
      <dgm:prSet phldrT="[Texto]"/>
      <dgm:spPr/>
      <dgm:t>
        <a:bodyPr/>
        <a:lstStyle/>
        <a:p>
          <a:r>
            <a:rPr lang="es-CO" dirty="0"/>
            <a:t>P</a:t>
          </a:r>
        </a:p>
      </dgm:t>
    </dgm:pt>
    <dgm:pt modelId="{09BF80FF-2FE9-4451-AFE1-0395F5C1A3BE}" type="parTrans" cxnId="{C32E9D6A-8BF0-483C-AF5B-750446C35BDD}">
      <dgm:prSet/>
      <dgm:spPr/>
      <dgm:t>
        <a:bodyPr/>
        <a:lstStyle/>
        <a:p>
          <a:endParaRPr lang="es-CO"/>
        </a:p>
      </dgm:t>
    </dgm:pt>
    <dgm:pt modelId="{D84F8CD6-204B-408D-89FD-CD3300E56703}" type="sibTrans" cxnId="{C32E9D6A-8BF0-483C-AF5B-750446C35BDD}">
      <dgm:prSet/>
      <dgm:spPr/>
      <dgm:t>
        <a:bodyPr/>
        <a:lstStyle/>
        <a:p>
          <a:endParaRPr lang="es-CO"/>
        </a:p>
      </dgm:t>
    </dgm:pt>
    <dgm:pt modelId="{20B98833-C905-45CD-A880-75649BF0AE98}">
      <dgm:prSet phldrT="[Texto]"/>
      <dgm:spPr/>
      <dgm:t>
        <a:bodyPr/>
        <a:lstStyle/>
        <a:p>
          <a:r>
            <a:rPr lang="es-CO" dirty="0"/>
            <a:t>I</a:t>
          </a:r>
        </a:p>
      </dgm:t>
    </dgm:pt>
    <dgm:pt modelId="{47F08F58-E3F0-4E3C-B753-CE897CDE0EC7}" type="parTrans" cxnId="{E29C4457-E782-4022-8C38-F7A21CC6E478}">
      <dgm:prSet/>
      <dgm:spPr/>
      <dgm:t>
        <a:bodyPr/>
        <a:lstStyle/>
        <a:p>
          <a:endParaRPr lang="es-CO"/>
        </a:p>
      </dgm:t>
    </dgm:pt>
    <dgm:pt modelId="{31A256AA-3442-436E-B91D-E8A6EBE65D89}" type="sibTrans" cxnId="{E29C4457-E782-4022-8C38-F7A21CC6E478}">
      <dgm:prSet/>
      <dgm:spPr/>
      <dgm:t>
        <a:bodyPr/>
        <a:lstStyle/>
        <a:p>
          <a:endParaRPr lang="es-CO"/>
        </a:p>
      </dgm:t>
    </dgm:pt>
    <dgm:pt modelId="{1B1539B8-2464-42F0-8CF0-E13B60BF8864}" type="pres">
      <dgm:prSet presAssocID="{C4CC6527-6368-4B7E-AE30-765647784C5A}" presName="compositeShape" presStyleCnt="0">
        <dgm:presLayoutVars>
          <dgm:chMax val="7"/>
          <dgm:dir/>
          <dgm:resizeHandles val="exact"/>
        </dgm:presLayoutVars>
      </dgm:prSet>
      <dgm:spPr/>
    </dgm:pt>
    <dgm:pt modelId="{2DFA11AC-A68D-4E73-8CCC-B2326659189A}" type="pres">
      <dgm:prSet presAssocID="{EFA2B391-1A21-49BC-8767-02644FF97DF7}" presName="circ1" presStyleLbl="vennNode1" presStyleIdx="0" presStyleCnt="3"/>
      <dgm:spPr/>
    </dgm:pt>
    <dgm:pt modelId="{F0895682-8CE7-40A2-ABC9-24D875CE6259}" type="pres">
      <dgm:prSet presAssocID="{EFA2B391-1A21-49BC-8767-02644FF97DF7}" presName="circ1Tx" presStyleLbl="revTx" presStyleIdx="0" presStyleCnt="0">
        <dgm:presLayoutVars>
          <dgm:chMax val="0"/>
          <dgm:chPref val="0"/>
          <dgm:bulletEnabled val="1"/>
        </dgm:presLayoutVars>
      </dgm:prSet>
      <dgm:spPr/>
    </dgm:pt>
    <dgm:pt modelId="{ABF5A83D-E221-43FC-A933-6EAAAFC9EC2C}" type="pres">
      <dgm:prSet presAssocID="{AE4C3AAC-E375-4D25-9C25-7B34E28EE852}" presName="circ2" presStyleLbl="vennNode1" presStyleIdx="1" presStyleCnt="3"/>
      <dgm:spPr/>
    </dgm:pt>
    <dgm:pt modelId="{5374D3F1-5A64-4541-B987-FB2718E6BEC9}" type="pres">
      <dgm:prSet presAssocID="{AE4C3AAC-E375-4D25-9C25-7B34E28EE852}" presName="circ2Tx" presStyleLbl="revTx" presStyleIdx="0" presStyleCnt="0">
        <dgm:presLayoutVars>
          <dgm:chMax val="0"/>
          <dgm:chPref val="0"/>
          <dgm:bulletEnabled val="1"/>
        </dgm:presLayoutVars>
      </dgm:prSet>
      <dgm:spPr/>
    </dgm:pt>
    <dgm:pt modelId="{E39A5C0B-7814-4A4A-B3F6-43446DCC86C8}" type="pres">
      <dgm:prSet presAssocID="{20B98833-C905-45CD-A880-75649BF0AE98}" presName="circ3" presStyleLbl="vennNode1" presStyleIdx="2" presStyleCnt="3"/>
      <dgm:spPr/>
    </dgm:pt>
    <dgm:pt modelId="{38789FCF-79BF-4B98-AD9A-6EEE0E802C16}" type="pres">
      <dgm:prSet presAssocID="{20B98833-C905-45CD-A880-75649BF0AE98}" presName="circ3Tx" presStyleLbl="revTx" presStyleIdx="0" presStyleCnt="0">
        <dgm:presLayoutVars>
          <dgm:chMax val="0"/>
          <dgm:chPref val="0"/>
          <dgm:bulletEnabled val="1"/>
        </dgm:presLayoutVars>
      </dgm:prSet>
      <dgm:spPr/>
    </dgm:pt>
  </dgm:ptLst>
  <dgm:cxnLst>
    <dgm:cxn modelId="{25F6380F-3747-43CA-9089-196F47DC2E10}" type="presOf" srcId="{AE4C3AAC-E375-4D25-9C25-7B34E28EE852}" destId="{ABF5A83D-E221-43FC-A933-6EAAAFC9EC2C}" srcOrd="0" destOrd="0" presId="urn:microsoft.com/office/officeart/2005/8/layout/venn1"/>
    <dgm:cxn modelId="{37356411-A45C-4CE4-AD80-18F422854589}" type="presOf" srcId="{AE4C3AAC-E375-4D25-9C25-7B34E28EE852}" destId="{5374D3F1-5A64-4541-B987-FB2718E6BEC9}" srcOrd="1" destOrd="0" presId="urn:microsoft.com/office/officeart/2005/8/layout/venn1"/>
    <dgm:cxn modelId="{938BBD21-D486-4EF3-92E9-445BA3F7CBDF}" type="presOf" srcId="{20B98833-C905-45CD-A880-75649BF0AE98}" destId="{E39A5C0B-7814-4A4A-B3F6-43446DCC86C8}" srcOrd="0" destOrd="0" presId="urn:microsoft.com/office/officeart/2005/8/layout/venn1"/>
    <dgm:cxn modelId="{4E0C1F36-5785-4258-81A8-0E9BC3ADDAEC}" type="presOf" srcId="{20B98833-C905-45CD-A880-75649BF0AE98}" destId="{38789FCF-79BF-4B98-AD9A-6EEE0E802C16}" srcOrd="1" destOrd="0" presId="urn:microsoft.com/office/officeart/2005/8/layout/venn1"/>
    <dgm:cxn modelId="{C32E9D6A-8BF0-483C-AF5B-750446C35BDD}" srcId="{C4CC6527-6368-4B7E-AE30-765647784C5A}" destId="{AE4C3AAC-E375-4D25-9C25-7B34E28EE852}" srcOrd="1" destOrd="0" parTransId="{09BF80FF-2FE9-4451-AFE1-0395F5C1A3BE}" sibTransId="{D84F8CD6-204B-408D-89FD-CD3300E56703}"/>
    <dgm:cxn modelId="{50DE1553-33F0-40E9-B432-DA178C993F93}" type="presOf" srcId="{EFA2B391-1A21-49BC-8767-02644FF97DF7}" destId="{F0895682-8CE7-40A2-ABC9-24D875CE6259}" srcOrd="1" destOrd="0" presId="urn:microsoft.com/office/officeart/2005/8/layout/venn1"/>
    <dgm:cxn modelId="{F342E075-113C-4D1E-8553-E00E4871710C}" type="presOf" srcId="{C4CC6527-6368-4B7E-AE30-765647784C5A}" destId="{1B1539B8-2464-42F0-8CF0-E13B60BF8864}" srcOrd="0" destOrd="0" presId="urn:microsoft.com/office/officeart/2005/8/layout/venn1"/>
    <dgm:cxn modelId="{E29C4457-E782-4022-8C38-F7A21CC6E478}" srcId="{C4CC6527-6368-4B7E-AE30-765647784C5A}" destId="{20B98833-C905-45CD-A880-75649BF0AE98}" srcOrd="2" destOrd="0" parTransId="{47F08F58-E3F0-4E3C-B753-CE897CDE0EC7}" sibTransId="{31A256AA-3442-436E-B91D-E8A6EBE65D89}"/>
    <dgm:cxn modelId="{7FF169C8-2C58-4FF3-B7A7-CC41CA499CD3}" type="presOf" srcId="{EFA2B391-1A21-49BC-8767-02644FF97DF7}" destId="{2DFA11AC-A68D-4E73-8CCC-B2326659189A}" srcOrd="0" destOrd="0" presId="urn:microsoft.com/office/officeart/2005/8/layout/venn1"/>
    <dgm:cxn modelId="{D94CF9DA-A9C1-4D85-B8D6-CFAB1A2D9B84}" srcId="{C4CC6527-6368-4B7E-AE30-765647784C5A}" destId="{EFA2B391-1A21-49BC-8767-02644FF97DF7}" srcOrd="0" destOrd="0" parTransId="{626E9045-3293-4530-8A06-FF17EABD6A49}" sibTransId="{C5A00591-3C06-4708-8546-48D266F05EB9}"/>
    <dgm:cxn modelId="{BDDC7FBA-B1E3-401C-A215-595B0AE9FAE4}" type="presParOf" srcId="{1B1539B8-2464-42F0-8CF0-E13B60BF8864}" destId="{2DFA11AC-A68D-4E73-8CCC-B2326659189A}" srcOrd="0" destOrd="0" presId="urn:microsoft.com/office/officeart/2005/8/layout/venn1"/>
    <dgm:cxn modelId="{3B0D8A5D-2EFD-46FA-A244-37545C1D943C}" type="presParOf" srcId="{1B1539B8-2464-42F0-8CF0-E13B60BF8864}" destId="{F0895682-8CE7-40A2-ABC9-24D875CE6259}" srcOrd="1" destOrd="0" presId="urn:microsoft.com/office/officeart/2005/8/layout/venn1"/>
    <dgm:cxn modelId="{37B70B79-484A-472D-BAF1-A7A9E54AD84E}" type="presParOf" srcId="{1B1539B8-2464-42F0-8CF0-E13B60BF8864}" destId="{ABF5A83D-E221-43FC-A933-6EAAAFC9EC2C}" srcOrd="2" destOrd="0" presId="urn:microsoft.com/office/officeart/2005/8/layout/venn1"/>
    <dgm:cxn modelId="{8B1143CB-EED1-4062-94F7-BD2674A2AD1F}" type="presParOf" srcId="{1B1539B8-2464-42F0-8CF0-E13B60BF8864}" destId="{5374D3F1-5A64-4541-B987-FB2718E6BEC9}" srcOrd="3" destOrd="0" presId="urn:microsoft.com/office/officeart/2005/8/layout/venn1"/>
    <dgm:cxn modelId="{54AA9FD1-3852-46CA-87F5-F2A663704AE9}" type="presParOf" srcId="{1B1539B8-2464-42F0-8CF0-E13B60BF8864}" destId="{E39A5C0B-7814-4A4A-B3F6-43446DCC86C8}" srcOrd="4" destOrd="0" presId="urn:microsoft.com/office/officeart/2005/8/layout/venn1"/>
    <dgm:cxn modelId="{D16553BB-6981-4931-87B9-683A60EC40D4}" type="presParOf" srcId="{1B1539B8-2464-42F0-8CF0-E13B60BF8864}" destId="{38789FCF-79BF-4B98-AD9A-6EEE0E802C16}"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624D0-41A8-4602-B79A-A5FCAED80DFC}">
      <dsp:nvSpPr>
        <dsp:cNvPr id="0" name=""/>
        <dsp:cNvSpPr/>
      </dsp:nvSpPr>
      <dsp:spPr>
        <a:xfrm>
          <a:off x="2737875" y="3124791"/>
          <a:ext cx="3346292" cy="3346292"/>
        </a:xfrm>
        <a:prstGeom prst="gear9">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s-CO" sz="3400" kern="1200" dirty="0"/>
            <a:t>V=IR</a:t>
          </a:r>
        </a:p>
      </dsp:txBody>
      <dsp:txXfrm>
        <a:off x="3410629" y="3908644"/>
        <a:ext cx="2000784" cy="1720063"/>
      </dsp:txXfrm>
    </dsp:sp>
    <dsp:sp modelId="{49D6E389-7EF0-445A-BFEA-D77CF45F4421}">
      <dsp:nvSpPr>
        <dsp:cNvPr id="0" name=""/>
        <dsp:cNvSpPr/>
      </dsp:nvSpPr>
      <dsp:spPr>
        <a:xfrm>
          <a:off x="790941" y="2333849"/>
          <a:ext cx="2433667" cy="2433667"/>
        </a:xfrm>
        <a:prstGeom prst="gear6">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s-CO" sz="3400" kern="1200" dirty="0"/>
            <a:t>I=V/R</a:t>
          </a:r>
        </a:p>
      </dsp:txBody>
      <dsp:txXfrm>
        <a:off x="1403624" y="2950235"/>
        <a:ext cx="1208301" cy="1200895"/>
      </dsp:txXfrm>
    </dsp:sp>
    <dsp:sp modelId="{ABFF36EA-6659-43D4-92FF-FC49D2B018F8}">
      <dsp:nvSpPr>
        <dsp:cNvPr id="0" name=""/>
        <dsp:cNvSpPr/>
      </dsp:nvSpPr>
      <dsp:spPr>
        <a:xfrm rot="20700000">
          <a:off x="2154043" y="654867"/>
          <a:ext cx="2384497" cy="2384497"/>
        </a:xfrm>
        <a:prstGeom prst="gear6">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s-CO" sz="3400" kern="1200" dirty="0"/>
            <a:t>R=V/I</a:t>
          </a:r>
        </a:p>
      </dsp:txBody>
      <dsp:txXfrm rot="-20700000">
        <a:off x="2677033" y="1177857"/>
        <a:ext cx="1338516" cy="1338516"/>
      </dsp:txXfrm>
    </dsp:sp>
    <dsp:sp modelId="{31EB2660-51DD-4206-BA19-A72FB4890882}">
      <dsp:nvSpPr>
        <dsp:cNvPr id="0" name=""/>
        <dsp:cNvSpPr/>
      </dsp:nvSpPr>
      <dsp:spPr>
        <a:xfrm>
          <a:off x="2501837" y="2607653"/>
          <a:ext cx="4283254" cy="4283254"/>
        </a:xfrm>
        <a:prstGeom prst="circularArrow">
          <a:avLst>
            <a:gd name="adj1" fmla="val 4687"/>
            <a:gd name="adj2" fmla="val 299029"/>
            <a:gd name="adj3" fmla="val 2548292"/>
            <a:gd name="adj4" fmla="val 15793727"/>
            <a:gd name="adj5" fmla="val 5469"/>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p3d z="-600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474E0239-D940-493C-B226-D21B142D69CB}">
      <dsp:nvSpPr>
        <dsp:cNvPr id="0" name=""/>
        <dsp:cNvSpPr/>
      </dsp:nvSpPr>
      <dsp:spPr>
        <a:xfrm>
          <a:off x="359944" y="1787260"/>
          <a:ext cx="3112051" cy="31120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p3d z="-600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AAEB63E-EC1E-4B43-860C-CE4DE05098FC}">
      <dsp:nvSpPr>
        <dsp:cNvPr id="0" name=""/>
        <dsp:cNvSpPr/>
      </dsp:nvSpPr>
      <dsp:spPr>
        <a:xfrm>
          <a:off x="1602485" y="124462"/>
          <a:ext cx="3355418" cy="3355418"/>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p3d z="-600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FA11AC-A68D-4E73-8CCC-B2326659189A}">
      <dsp:nvSpPr>
        <dsp:cNvPr id="0" name=""/>
        <dsp:cNvSpPr/>
      </dsp:nvSpPr>
      <dsp:spPr>
        <a:xfrm>
          <a:off x="2146919" y="55300"/>
          <a:ext cx="2654424" cy="265442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s-CO" sz="6500" kern="1200" dirty="0"/>
            <a:t>V</a:t>
          </a:r>
        </a:p>
      </dsp:txBody>
      <dsp:txXfrm>
        <a:off x="2500843" y="519824"/>
        <a:ext cx="1946577" cy="1194490"/>
      </dsp:txXfrm>
    </dsp:sp>
    <dsp:sp modelId="{ABF5A83D-E221-43FC-A933-6EAAAFC9EC2C}">
      <dsp:nvSpPr>
        <dsp:cNvPr id="0" name=""/>
        <dsp:cNvSpPr/>
      </dsp:nvSpPr>
      <dsp:spPr>
        <a:xfrm>
          <a:off x="3104724" y="1714315"/>
          <a:ext cx="2654424" cy="265442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s-CO" sz="6500" kern="1200" dirty="0"/>
            <a:t>P</a:t>
          </a:r>
        </a:p>
      </dsp:txBody>
      <dsp:txXfrm>
        <a:off x="3916536" y="2400041"/>
        <a:ext cx="1592654" cy="1459933"/>
      </dsp:txXfrm>
    </dsp:sp>
    <dsp:sp modelId="{E39A5C0B-7814-4A4A-B3F6-43446DCC86C8}">
      <dsp:nvSpPr>
        <dsp:cNvPr id="0" name=""/>
        <dsp:cNvSpPr/>
      </dsp:nvSpPr>
      <dsp:spPr>
        <a:xfrm>
          <a:off x="1189115" y="1714315"/>
          <a:ext cx="2654424" cy="265442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s-CO" sz="6500" kern="1200" dirty="0"/>
            <a:t>I</a:t>
          </a:r>
        </a:p>
      </dsp:txBody>
      <dsp:txXfrm>
        <a:off x="1439073" y="2400041"/>
        <a:ext cx="1592654" cy="1459933"/>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EBF426-A7AE-4C50-A284-0A0BE22BF3CD}" type="datetimeFigureOut">
              <a:rPr lang="es-CO" smtClean="0"/>
              <a:t>18/03/2024</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E96C16-636D-4C9C-8250-EBF9BCD9BBF7}" type="slidenum">
              <a:rPr lang="es-CO" smtClean="0"/>
              <a:t>‹Nº›</a:t>
            </a:fld>
            <a:endParaRPr lang="es-CO"/>
          </a:p>
        </p:txBody>
      </p:sp>
    </p:spTree>
    <p:extLst>
      <p:ext uri="{BB962C8B-B14F-4D97-AF65-F5344CB8AC3E}">
        <p14:creationId xmlns:p14="http://schemas.microsoft.com/office/powerpoint/2010/main" val="1736242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59E96C16-636D-4C9C-8250-EBF9BCD9BBF7}" type="slidenum">
              <a:rPr lang="es-CO" smtClean="0"/>
              <a:t>8</a:t>
            </a:fld>
            <a:endParaRPr lang="es-CO"/>
          </a:p>
        </p:txBody>
      </p:sp>
    </p:spTree>
    <p:extLst>
      <p:ext uri="{BB962C8B-B14F-4D97-AF65-F5344CB8AC3E}">
        <p14:creationId xmlns:p14="http://schemas.microsoft.com/office/powerpoint/2010/main" val="3930926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CO"/>
          </a:p>
        </p:txBody>
      </p:sp>
    </p:spTree>
    <p:extLst>
      <p:ext uri="{BB962C8B-B14F-4D97-AF65-F5344CB8AC3E}">
        <p14:creationId xmlns:p14="http://schemas.microsoft.com/office/powerpoint/2010/main" val="2830668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O"/>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3762172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656378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385447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416501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366498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2697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893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O"/>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4183896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1488191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115737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53" name="Picture 29" descr="bv cbcze fgdljk"/>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32" name="Text Box 8"/>
          <p:cNvSpPr txBox="1">
            <a:spLocks noChangeArrowheads="1"/>
          </p:cNvSpPr>
          <p:nvPr/>
        </p:nvSpPr>
        <p:spPr bwMode="auto">
          <a:xfrm>
            <a:off x="7962900" y="6375400"/>
            <a:ext cx="1205779"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b="1" dirty="0">
                <a:solidFill>
                  <a:srgbClr val="BA3632"/>
                </a:solidFill>
                <a:hlinkClick r:id="" action="ppaction://hlinkshowjump?jump=nextslide"/>
              </a:rPr>
              <a:t>Page </a:t>
            </a:r>
            <a:fld id="{983734AB-214C-4528-8CFD-EA2C0DCE2823}" type="slidenum">
              <a:rPr lang="fr-FR" b="1">
                <a:solidFill>
                  <a:srgbClr val="BA3632"/>
                </a:solidFill>
                <a:hlinkClick r:id="" action="ppaction://hlinkshowjump?jump=nextslide"/>
              </a:rPr>
              <a:pPr/>
              <a:t>‹Nº›</a:t>
            </a:fld>
            <a:endParaRPr lang="fr-FR" b="1" dirty="0">
              <a:solidFill>
                <a:srgbClr val="BA3632"/>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cs typeface="Arial" charset="0"/>
        </a:defRPr>
      </a:lvl2pPr>
      <a:lvl3pPr algn="ctr" rtl="0" eaLnBrk="1" fontAlgn="base" hangingPunct="1">
        <a:spcBef>
          <a:spcPct val="0"/>
        </a:spcBef>
        <a:spcAft>
          <a:spcPct val="0"/>
        </a:spcAft>
        <a:defRPr sz="4400">
          <a:solidFill>
            <a:schemeClr val="tx2"/>
          </a:solidFill>
          <a:latin typeface="Arial" charset="0"/>
          <a:cs typeface="Arial" charset="0"/>
        </a:defRPr>
      </a:lvl3pPr>
      <a:lvl4pPr algn="ctr" rtl="0" eaLnBrk="1" fontAlgn="base" hangingPunct="1">
        <a:spcBef>
          <a:spcPct val="0"/>
        </a:spcBef>
        <a:spcAft>
          <a:spcPct val="0"/>
        </a:spcAft>
        <a:defRPr sz="4400">
          <a:solidFill>
            <a:schemeClr val="tx2"/>
          </a:solidFill>
          <a:latin typeface="Arial" charset="0"/>
          <a:cs typeface="Arial" charset="0"/>
        </a:defRPr>
      </a:lvl4pPr>
      <a:lvl5pPr algn="ctr" rtl="0" eaLnBrk="1" fontAlgn="base" hangingPunct="1">
        <a:spcBef>
          <a:spcPct val="0"/>
        </a:spcBef>
        <a:spcAft>
          <a:spcPct val="0"/>
        </a:spcAft>
        <a:defRPr sz="4400">
          <a:solidFill>
            <a:schemeClr val="tx2"/>
          </a:solidFill>
          <a:latin typeface="Arial" charset="0"/>
          <a:cs typeface="Arial" charset="0"/>
        </a:defRPr>
      </a:lvl5pPr>
      <a:lvl6pPr marL="457200" algn="ctr" rtl="0" eaLnBrk="1" fontAlgn="base" hangingPunct="1">
        <a:spcBef>
          <a:spcPct val="0"/>
        </a:spcBef>
        <a:spcAft>
          <a:spcPct val="0"/>
        </a:spcAft>
        <a:defRPr sz="4400">
          <a:solidFill>
            <a:schemeClr val="tx2"/>
          </a:solidFill>
          <a:latin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cs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8.w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10.bin"/><Relationship Id="rId5" Type="http://schemas.openxmlformats.org/officeDocument/2006/relationships/image" Target="../media/image11.w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1.bin"/><Relationship Id="rId1" Type="http://schemas.openxmlformats.org/officeDocument/2006/relationships/slideLayout" Target="../slideLayouts/slideLayout7.xml"/><Relationship Id="rId5" Type="http://schemas.openxmlformats.org/officeDocument/2006/relationships/image" Target="../media/image16.emf"/><Relationship Id="rId4"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oleObject" Target="../embeddings/oleObject15.bin"/><Relationship Id="rId5" Type="http://schemas.openxmlformats.org/officeDocument/2006/relationships/image" Target="../media/image20.wmf"/><Relationship Id="rId4" Type="http://schemas.openxmlformats.org/officeDocument/2006/relationships/oleObject" Target="../embeddings/oleObject14.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 Id="rId9" Type="http://schemas.openxmlformats.org/officeDocument/2006/relationships/image" Target="../media/image25.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25.bin"/><Relationship Id="rId17" Type="http://schemas.openxmlformats.org/officeDocument/2006/relationships/image" Target="../media/image33.wmf"/><Relationship Id="rId2" Type="http://schemas.openxmlformats.org/officeDocument/2006/relationships/oleObject" Target="../embeddings/oleObject20.bin"/><Relationship Id="rId16" Type="http://schemas.openxmlformats.org/officeDocument/2006/relationships/oleObject" Target="../embeddings/oleObject27.bin"/><Relationship Id="rId1" Type="http://schemas.openxmlformats.org/officeDocument/2006/relationships/slideLayout" Target="../slideLayouts/slideLayout7.xml"/><Relationship Id="rId6" Type="http://schemas.openxmlformats.org/officeDocument/2006/relationships/oleObject" Target="../embeddings/oleObject22.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29.wmf"/><Relationship Id="rId14" Type="http://schemas.openxmlformats.org/officeDocument/2006/relationships/oleObject" Target="../embeddings/oleObject26.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3.bin"/><Relationship Id="rId17" Type="http://schemas.openxmlformats.org/officeDocument/2006/relationships/image" Target="../media/image41.wmf"/><Relationship Id="rId2" Type="http://schemas.openxmlformats.org/officeDocument/2006/relationships/oleObject" Target="../embeddings/oleObject28.bin"/><Relationship Id="rId16"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7.wmf"/><Relationship Id="rId14" Type="http://schemas.openxmlformats.org/officeDocument/2006/relationships/oleObject" Target="../embeddings/oleObject34.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4.wmf"/><Relationship Id="rId12" Type="http://schemas.openxmlformats.org/officeDocument/2006/relationships/oleObject" Target="../embeddings/oleObject41.bin"/><Relationship Id="rId17" Type="http://schemas.openxmlformats.org/officeDocument/2006/relationships/image" Target="../media/image49.wmf"/><Relationship Id="rId2" Type="http://schemas.openxmlformats.org/officeDocument/2006/relationships/oleObject" Target="../embeddings/oleObject36.bin"/><Relationship Id="rId16"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38.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5.wmf"/><Relationship Id="rId14" Type="http://schemas.openxmlformats.org/officeDocument/2006/relationships/oleObject" Target="../embeddings/oleObject42.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2.wmf"/><Relationship Id="rId12" Type="http://schemas.openxmlformats.org/officeDocument/2006/relationships/oleObject" Target="../embeddings/oleObject49.bin"/><Relationship Id="rId17" Type="http://schemas.openxmlformats.org/officeDocument/2006/relationships/image" Target="../media/image57.wmf"/><Relationship Id="rId2" Type="http://schemas.openxmlformats.org/officeDocument/2006/relationships/oleObject" Target="../embeddings/oleObject44.bin"/><Relationship Id="rId16"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46.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53.wmf"/><Relationship Id="rId14" Type="http://schemas.openxmlformats.org/officeDocument/2006/relationships/oleObject" Target="../embeddings/oleObject50.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oleObject" Target="../embeddings/oleObject57.bin"/><Relationship Id="rId17" Type="http://schemas.openxmlformats.org/officeDocument/2006/relationships/image" Target="../media/image65.wmf"/><Relationship Id="rId2" Type="http://schemas.openxmlformats.org/officeDocument/2006/relationships/oleObject" Target="../embeddings/oleObject52.bin"/><Relationship Id="rId16" Type="http://schemas.openxmlformats.org/officeDocument/2006/relationships/oleObject" Target="../embeddings/oleObject59.bin"/><Relationship Id="rId1" Type="http://schemas.openxmlformats.org/officeDocument/2006/relationships/slideLayout" Target="../slideLayouts/slideLayout7.xml"/><Relationship Id="rId6" Type="http://schemas.openxmlformats.org/officeDocument/2006/relationships/oleObject" Target="../embeddings/oleObject54.bin"/><Relationship Id="rId11" Type="http://schemas.openxmlformats.org/officeDocument/2006/relationships/image" Target="../media/image62.wmf"/><Relationship Id="rId5" Type="http://schemas.openxmlformats.org/officeDocument/2006/relationships/image" Target="../media/image59.wmf"/><Relationship Id="rId15" Type="http://schemas.openxmlformats.org/officeDocument/2006/relationships/image" Target="../media/image64.wmf"/><Relationship Id="rId10" Type="http://schemas.openxmlformats.org/officeDocument/2006/relationships/oleObject" Target="../embeddings/oleObject56.bin"/><Relationship Id="rId4" Type="http://schemas.openxmlformats.org/officeDocument/2006/relationships/oleObject" Target="../embeddings/oleObject53.bin"/><Relationship Id="rId9" Type="http://schemas.openxmlformats.org/officeDocument/2006/relationships/image" Target="../media/image61.wmf"/><Relationship Id="rId14" Type="http://schemas.openxmlformats.org/officeDocument/2006/relationships/oleObject" Target="../embeddings/oleObject5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68.wmf"/><Relationship Id="rId12" Type="http://schemas.openxmlformats.org/officeDocument/2006/relationships/oleObject" Target="../embeddings/oleObject65.bin"/><Relationship Id="rId2" Type="http://schemas.openxmlformats.org/officeDocument/2006/relationships/oleObject" Target="../embeddings/oleObject60.bin"/><Relationship Id="rId1" Type="http://schemas.openxmlformats.org/officeDocument/2006/relationships/slideLayout" Target="../slideLayouts/slideLayout7.xml"/><Relationship Id="rId6" Type="http://schemas.openxmlformats.org/officeDocument/2006/relationships/oleObject" Target="../embeddings/oleObject62.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2.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69.wmf"/><Relationship Id="rId14" Type="http://schemas.openxmlformats.org/officeDocument/2006/relationships/oleObject" Target="../embeddings/oleObject66.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5.wmf"/><Relationship Id="rId12" Type="http://schemas.openxmlformats.org/officeDocument/2006/relationships/oleObject" Target="../embeddings/oleObject72.bin"/><Relationship Id="rId2"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oleObject" Target="../embeddings/oleObject69.bin"/><Relationship Id="rId11" Type="http://schemas.openxmlformats.org/officeDocument/2006/relationships/image" Target="../media/image77.wmf"/><Relationship Id="rId5" Type="http://schemas.openxmlformats.org/officeDocument/2006/relationships/image" Target="../media/image74.wmf"/><Relationship Id="rId15" Type="http://schemas.openxmlformats.org/officeDocument/2006/relationships/image" Target="../media/image79.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76.wmf"/><Relationship Id="rId14" Type="http://schemas.openxmlformats.org/officeDocument/2006/relationships/oleObject" Target="../embeddings/oleObject73.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5.wmf"/><Relationship Id="rId3" Type="http://schemas.openxmlformats.org/officeDocument/2006/relationships/image" Target="../media/image80.wmf"/><Relationship Id="rId7" Type="http://schemas.openxmlformats.org/officeDocument/2006/relationships/image" Target="../media/image82.wmf"/><Relationship Id="rId12" Type="http://schemas.openxmlformats.org/officeDocument/2006/relationships/oleObject" Target="../embeddings/oleObject79.bin"/><Relationship Id="rId17" Type="http://schemas.openxmlformats.org/officeDocument/2006/relationships/image" Target="../media/image87.wmf"/><Relationship Id="rId2" Type="http://schemas.openxmlformats.org/officeDocument/2006/relationships/oleObject" Target="../embeddings/oleObject74.bin"/><Relationship Id="rId16" Type="http://schemas.openxmlformats.org/officeDocument/2006/relationships/oleObject" Target="../embeddings/oleObject81.bin"/><Relationship Id="rId1" Type="http://schemas.openxmlformats.org/officeDocument/2006/relationships/slideLayout" Target="../slideLayouts/slideLayout7.xml"/><Relationship Id="rId6" Type="http://schemas.openxmlformats.org/officeDocument/2006/relationships/oleObject" Target="../embeddings/oleObject76.bin"/><Relationship Id="rId11" Type="http://schemas.openxmlformats.org/officeDocument/2006/relationships/image" Target="../media/image84.wmf"/><Relationship Id="rId5" Type="http://schemas.openxmlformats.org/officeDocument/2006/relationships/image" Target="../media/image81.wmf"/><Relationship Id="rId15" Type="http://schemas.openxmlformats.org/officeDocument/2006/relationships/image" Target="../media/image86.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83.wmf"/><Relationship Id="rId14" Type="http://schemas.openxmlformats.org/officeDocument/2006/relationships/oleObject" Target="../embeddings/oleObject80.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image" Target="../media/image88.wmf"/><Relationship Id="rId7" Type="http://schemas.openxmlformats.org/officeDocument/2006/relationships/image" Target="../media/image90.wmf"/><Relationship Id="rId2" Type="http://schemas.openxmlformats.org/officeDocument/2006/relationships/oleObject" Target="../embeddings/oleObject82.bin"/><Relationship Id="rId1" Type="http://schemas.openxmlformats.org/officeDocument/2006/relationships/slideLayout" Target="../slideLayouts/slideLayout7.xml"/><Relationship Id="rId6" Type="http://schemas.openxmlformats.org/officeDocument/2006/relationships/oleObject" Target="../embeddings/oleObject84.bin"/><Relationship Id="rId11" Type="http://schemas.openxmlformats.org/officeDocument/2006/relationships/image" Target="../media/image92.wmf"/><Relationship Id="rId5" Type="http://schemas.openxmlformats.org/officeDocument/2006/relationships/image" Target="../media/image89.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91.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93.wmf"/><Relationship Id="rId7" Type="http://schemas.openxmlformats.org/officeDocument/2006/relationships/image" Target="../media/image95.wmf"/><Relationship Id="rId2" Type="http://schemas.openxmlformats.org/officeDocument/2006/relationships/oleObject" Target="../embeddings/oleObject87.bin"/><Relationship Id="rId1" Type="http://schemas.openxmlformats.org/officeDocument/2006/relationships/slideLayout" Target="../slideLayouts/slideLayout7.xml"/><Relationship Id="rId6" Type="http://schemas.openxmlformats.org/officeDocument/2006/relationships/oleObject" Target="../embeddings/oleObject89.bin"/><Relationship Id="rId11" Type="http://schemas.openxmlformats.org/officeDocument/2006/relationships/image" Target="../media/image97.wmf"/><Relationship Id="rId5" Type="http://schemas.openxmlformats.org/officeDocument/2006/relationships/image" Target="../media/image94.wmf"/><Relationship Id="rId10" Type="http://schemas.openxmlformats.org/officeDocument/2006/relationships/oleObject" Target="../embeddings/oleObject91.bin"/><Relationship Id="rId4" Type="http://schemas.openxmlformats.org/officeDocument/2006/relationships/oleObject" Target="../embeddings/oleObject88.bin"/><Relationship Id="rId9" Type="http://schemas.openxmlformats.org/officeDocument/2006/relationships/image" Target="../media/image96.wmf"/></Relationships>
</file>

<file path=ppt/slides/_rels/slide3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6.xml"/><Relationship Id="rId4" Type="http://schemas.openxmlformats.org/officeDocument/2006/relationships/image" Target="../media/image100.png"/></Relationships>
</file>

<file path=ppt/slides/_rels/slide33.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image" Target="../media/image101.wmf"/><Relationship Id="rId7" Type="http://schemas.openxmlformats.org/officeDocument/2006/relationships/oleObject" Target="../embeddings/oleObject94.bin"/><Relationship Id="rId2"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image" Target="../media/image103.wmf"/><Relationship Id="rId5" Type="http://schemas.openxmlformats.org/officeDocument/2006/relationships/oleObject" Target="../embeddings/oleObject93.bin"/><Relationship Id="rId4" Type="http://schemas.openxmlformats.org/officeDocument/2006/relationships/image" Target="../media/image102.png"/></Relationships>
</file>

<file path=ppt/slides/_rels/slide34.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105.wmf"/><Relationship Id="rId7" Type="http://schemas.openxmlformats.org/officeDocument/2006/relationships/image" Target="../media/image107.wmf"/><Relationship Id="rId2" Type="http://schemas.openxmlformats.org/officeDocument/2006/relationships/oleObject" Target="../embeddings/oleObject95.bin"/><Relationship Id="rId1" Type="http://schemas.openxmlformats.org/officeDocument/2006/relationships/slideLayout" Target="../slideLayouts/slideLayout7.xml"/><Relationship Id="rId6" Type="http://schemas.openxmlformats.org/officeDocument/2006/relationships/oleObject" Target="../embeddings/oleObject97.bin"/><Relationship Id="rId5" Type="http://schemas.openxmlformats.org/officeDocument/2006/relationships/image" Target="../media/image106.wmf"/><Relationship Id="rId4" Type="http://schemas.openxmlformats.org/officeDocument/2006/relationships/oleObject" Target="../embeddings/oleObject9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268760"/>
            <a:ext cx="7772400" cy="1470025"/>
          </a:xfrm>
        </p:spPr>
        <p:txBody>
          <a:bodyPr/>
          <a:lstStyle/>
          <a:p>
            <a:r>
              <a:rPr lang="es-CO" b="1" dirty="0">
                <a:effectLst>
                  <a:outerShdw blurRad="38100" dist="38100" dir="2700000" algn="tl">
                    <a:srgbClr val="000000">
                      <a:alpha val="43137"/>
                    </a:srgbClr>
                  </a:outerShdw>
                </a:effectLst>
              </a:rPr>
              <a:t>LEY DE OHM</a:t>
            </a:r>
            <a:br>
              <a:rPr lang="es-CO" b="1" dirty="0">
                <a:effectLst>
                  <a:outerShdw blurRad="38100" dist="38100" dir="2700000" algn="tl">
                    <a:srgbClr val="000000">
                      <a:alpha val="43137"/>
                    </a:srgbClr>
                  </a:outerShdw>
                </a:effectLst>
              </a:rPr>
            </a:br>
            <a:r>
              <a:rPr lang="es-CO" b="1" dirty="0">
                <a:effectLst>
                  <a:outerShdw blurRad="38100" dist="38100" dir="2700000" algn="tl">
                    <a:srgbClr val="000000">
                      <a:alpha val="43137"/>
                    </a:srgbClr>
                  </a:outerShdw>
                </a:effectLst>
              </a:rPr>
              <a:t>LEYES DE KIRCHOFF</a:t>
            </a:r>
            <a:endParaRPr lang="en-US" b="1" dirty="0">
              <a:effectLst>
                <a:outerShdw blurRad="38100" dist="38100" dir="2700000" algn="tl">
                  <a:srgbClr val="000000">
                    <a:alpha val="43137"/>
                  </a:srgbClr>
                </a:outerShdw>
              </a:effectLst>
            </a:endParaRPr>
          </a:p>
        </p:txBody>
      </p:sp>
      <p:sp>
        <p:nvSpPr>
          <p:cNvPr id="4" name="3 Subtítulo"/>
          <p:cNvSpPr>
            <a:spLocks noGrp="1"/>
          </p:cNvSpPr>
          <p:nvPr>
            <p:ph type="subTitle" idx="1"/>
          </p:nvPr>
        </p:nvSpPr>
        <p:spPr>
          <a:xfrm>
            <a:off x="1475656" y="3404592"/>
            <a:ext cx="6840760" cy="1752600"/>
          </a:xfrm>
        </p:spPr>
        <p:txBody>
          <a:bodyPr>
            <a:noAutofit/>
          </a:bodyPr>
          <a:lstStyle/>
          <a:p>
            <a:r>
              <a:rPr lang="es-CO" sz="2400" b="1" dirty="0">
                <a:effectLst>
                  <a:outerShdw blurRad="38100" dist="38100" dir="2700000" algn="tl">
                    <a:srgbClr val="000000">
                      <a:alpha val="43137"/>
                    </a:srgbClr>
                  </a:outerShdw>
                </a:effectLst>
              </a:rPr>
              <a:t>FACULTAD DE INGENIERÍA</a:t>
            </a:r>
          </a:p>
          <a:p>
            <a:r>
              <a:rPr lang="es-CO" sz="2400" b="1" dirty="0">
                <a:effectLst>
                  <a:outerShdw blurRad="38100" dist="38100" dir="2700000" algn="tl">
                    <a:srgbClr val="000000">
                      <a:alpha val="43137"/>
                    </a:srgbClr>
                  </a:outerShdw>
                </a:effectLst>
              </a:rPr>
              <a:t>PROGRAMA DE INGENIERÍA ELECTRÓNICA</a:t>
            </a:r>
          </a:p>
          <a:p>
            <a:r>
              <a:rPr lang="es-CO" sz="2400" b="1" dirty="0">
                <a:effectLst>
                  <a:outerShdw blurRad="38100" dist="38100" dir="2700000" algn="tl">
                    <a:srgbClr val="000000">
                      <a:alpha val="43137"/>
                    </a:srgbClr>
                  </a:outerShdw>
                </a:effectLst>
              </a:rPr>
              <a:t>INTRODUCCIÓN A LA INGENIERÍA ELECTRÓNICA</a:t>
            </a:r>
          </a:p>
        </p:txBody>
      </p:sp>
    </p:spTree>
    <p:extLst>
      <p:ext uri="{BB962C8B-B14F-4D97-AF65-F5344CB8AC3E}">
        <p14:creationId xmlns:p14="http://schemas.microsoft.com/office/powerpoint/2010/main" val="2280747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1143000"/>
          </a:xfrm>
        </p:spPr>
        <p:txBody>
          <a:bodyPr/>
          <a:lstStyle/>
          <a:p>
            <a:r>
              <a:rPr lang="es-CO" sz="6600" b="1" dirty="0">
                <a:effectLst>
                  <a:outerShdw blurRad="38100" dist="38100" dir="2700000" algn="tl">
                    <a:srgbClr val="000000">
                      <a:alpha val="43137"/>
                    </a:srgbClr>
                  </a:outerShdw>
                </a:effectLst>
              </a:rPr>
              <a:t>CONTENIDO</a:t>
            </a:r>
            <a:endParaRPr lang="en-US" sz="6600"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1052736"/>
            <a:ext cx="8229600" cy="5445224"/>
          </a:xfrm>
        </p:spPr>
        <p:txBody>
          <a:bodyPr>
            <a:normAutofit/>
          </a:bodyPr>
          <a:lstStyle/>
          <a:p>
            <a:r>
              <a:rPr lang="es-CO" sz="6000" b="1" dirty="0">
                <a:effectLst>
                  <a:outerShdw blurRad="38100" dist="38100" dir="2700000" algn="tl">
                    <a:srgbClr val="000000">
                      <a:alpha val="43137"/>
                    </a:srgbClr>
                  </a:outerShdw>
                </a:effectLst>
              </a:rPr>
              <a:t>LEY DE OHM </a:t>
            </a:r>
          </a:p>
          <a:p>
            <a:r>
              <a:rPr lang="es-CO" sz="6000" b="1" dirty="0">
                <a:effectLst>
                  <a:outerShdw blurRad="38100" dist="38100" dir="2700000" algn="tl">
                    <a:srgbClr val="000000">
                      <a:alpha val="43137"/>
                    </a:srgbClr>
                  </a:outerShdw>
                </a:effectLst>
              </a:rPr>
              <a:t>LEYES DE KIRCHOFF</a:t>
            </a:r>
          </a:p>
          <a:p>
            <a:pPr lvl="4"/>
            <a:r>
              <a:rPr lang="es-CO" sz="5800" b="1" dirty="0">
                <a:effectLst>
                  <a:outerShdw blurRad="38100" dist="38100" dir="2700000" algn="tl">
                    <a:srgbClr val="000000">
                      <a:alpha val="43137"/>
                    </a:srgbClr>
                  </a:outerShdw>
                </a:effectLst>
              </a:rPr>
              <a:t>VOLTAJE</a:t>
            </a:r>
          </a:p>
          <a:p>
            <a:pPr lvl="4"/>
            <a:r>
              <a:rPr lang="es-CO" sz="5800" b="1" dirty="0">
                <a:effectLst>
                  <a:outerShdw blurRad="38100" dist="38100" dir="2700000" algn="tl">
                    <a:srgbClr val="000000">
                      <a:alpha val="43137"/>
                    </a:srgbClr>
                  </a:outerShdw>
                </a:effectLst>
              </a:rPr>
              <a:t>CORRIENTE</a:t>
            </a:r>
          </a:p>
          <a:p>
            <a:endParaRPr lang="en-US" sz="6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65196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b="1" dirty="0">
                <a:effectLst>
                  <a:outerShdw blurRad="38100" dist="38100" dir="2700000" algn="tl">
                    <a:srgbClr val="000000">
                      <a:alpha val="43137"/>
                    </a:srgbClr>
                  </a:outerShdw>
                </a:effectLst>
              </a:rPr>
              <a:t>CIRCUITOS RESISTIVOS: LEY DE OHM</a:t>
            </a:r>
            <a:endParaRPr lang="en-US"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1600200"/>
            <a:ext cx="8640960" cy="4525963"/>
          </a:xfrm>
        </p:spPr>
        <p:txBody>
          <a:bodyPr>
            <a:normAutofit fontScale="85000" lnSpcReduction="10000"/>
          </a:bodyPr>
          <a:lstStyle/>
          <a:p>
            <a:pPr marL="0" indent="0" algn="just">
              <a:buNone/>
            </a:pPr>
            <a:r>
              <a:rPr lang="es-CO" b="1" dirty="0">
                <a:effectLst>
                  <a:outerShdw blurRad="38100" dist="38100" dir="2700000" algn="tl">
                    <a:srgbClr val="000000">
                      <a:alpha val="43137"/>
                    </a:srgbClr>
                  </a:outerShdw>
                </a:effectLst>
              </a:rPr>
              <a:t>Recibe su nombre del físico alemán Georg </a:t>
            </a:r>
            <a:r>
              <a:rPr lang="es-CO" b="1" dirty="0" err="1">
                <a:effectLst>
                  <a:outerShdw blurRad="38100" dist="38100" dir="2700000" algn="tl">
                    <a:srgbClr val="000000">
                      <a:alpha val="43137"/>
                    </a:srgbClr>
                  </a:outerShdw>
                </a:effectLst>
              </a:rPr>
              <a:t>Simon</a:t>
            </a:r>
            <a:r>
              <a:rPr lang="es-CO" b="1" dirty="0">
                <a:effectLst>
                  <a:outerShdw blurRad="38100" dist="38100" dir="2700000" algn="tl">
                    <a:srgbClr val="000000">
                      <a:alpha val="43137"/>
                    </a:srgbClr>
                  </a:outerShdw>
                </a:effectLst>
              </a:rPr>
              <a:t> Ohm, quién determinó la relación entre el voltaje y la corriente en una resistencia. La unidad de resistencia lleva su nombre como resultado de un trabajo pionero.</a:t>
            </a:r>
          </a:p>
          <a:p>
            <a:pPr marL="0" indent="0" algn="just">
              <a:buNone/>
            </a:pPr>
            <a:endParaRPr lang="es-CO" b="1" dirty="0">
              <a:effectLst>
                <a:outerShdw blurRad="38100" dist="38100" dir="2700000" algn="tl">
                  <a:srgbClr val="000000">
                    <a:alpha val="43137"/>
                  </a:srgbClr>
                </a:outerShdw>
              </a:effectLst>
            </a:endParaRPr>
          </a:p>
          <a:p>
            <a:pPr marL="0" indent="0" algn="just">
              <a:buNone/>
            </a:pPr>
            <a:r>
              <a:rPr lang="es-CO" b="1" dirty="0">
                <a:effectLst>
                  <a:outerShdw blurRad="38100" dist="38100" dir="2700000" algn="tl">
                    <a:srgbClr val="000000">
                      <a:alpha val="43137"/>
                    </a:srgbClr>
                  </a:outerShdw>
                </a:effectLst>
              </a:rPr>
              <a:t>La ley de Ohm establece que el voltaje a través de una resistencia es directamente proporcional a la corriente que fluye por ella. La resistencia es la constante de proporcionalidad entre el voltaje y la corriente y se mide en </a:t>
            </a:r>
            <a:r>
              <a:rPr lang="es-CO" b="1" dirty="0" err="1">
                <a:effectLst>
                  <a:outerShdw blurRad="38100" dist="38100" dir="2700000" algn="tl">
                    <a:srgbClr val="000000">
                      <a:alpha val="43137"/>
                    </a:srgbClr>
                  </a:outerShdw>
                </a:effectLst>
              </a:rPr>
              <a:t>ohms</a:t>
            </a:r>
            <a:r>
              <a:rPr lang="es-CO" b="1" dirty="0">
                <a:effectLst>
                  <a:outerShdw blurRad="38100" dist="38100" dir="2700000" algn="tl">
                    <a:srgbClr val="000000">
                      <a:alpha val="43137"/>
                    </a:srgbClr>
                  </a:outerShdw>
                </a:effectLst>
              </a:rPr>
              <a:t>.</a:t>
            </a:r>
          </a:p>
          <a:p>
            <a:pPr marL="0" indent="0" algn="just">
              <a:buNone/>
            </a:pP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72361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28419"/>
            <a:ext cx="9144000" cy="664277"/>
          </a:xfrm>
        </p:spPr>
        <p:txBody>
          <a:bodyPr>
            <a:normAutofit/>
          </a:bodyPr>
          <a:lstStyle/>
          <a:p>
            <a:r>
              <a:rPr lang="es-CO" sz="3600" b="1" dirty="0">
                <a:effectLst>
                  <a:outerShdw blurRad="38100" dist="38100" dir="2700000" algn="tl">
                    <a:srgbClr val="000000">
                      <a:alpha val="43137"/>
                    </a:srgbClr>
                  </a:outerShdw>
                </a:effectLst>
              </a:rPr>
              <a:t>CIRCUITOS RESISTIVOS: LEY DE OHM</a:t>
            </a:r>
            <a:endParaRPr lang="en-US" sz="3600"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6156176" y="620688"/>
            <a:ext cx="2844316" cy="4824536"/>
          </a:xfrm>
        </p:spPr>
        <p:txBody>
          <a:bodyPr/>
          <a:lstStyle/>
          <a:p>
            <a:pPr marL="0" indent="0" algn="just">
              <a:buNone/>
            </a:pPr>
            <a:r>
              <a:rPr lang="es-CO" dirty="0"/>
              <a:t>La relación matemática en la ley de ohm se expresa por medio de la siguiente ecuación:</a:t>
            </a:r>
          </a:p>
          <a:p>
            <a:pPr marL="0" indent="0" algn="just">
              <a:buNone/>
            </a:pPr>
            <a:r>
              <a:rPr lang="es-CO" dirty="0"/>
              <a:t> v(t) = R x i(t), donde, R ≥ 0</a:t>
            </a:r>
          </a:p>
        </p:txBody>
      </p:sp>
      <p:graphicFrame>
        <p:nvGraphicFramePr>
          <p:cNvPr id="7" name="6 Diagrama"/>
          <p:cNvGraphicFramePr/>
          <p:nvPr>
            <p:extLst>
              <p:ext uri="{D42A27DB-BD31-4B8C-83A1-F6EECF244321}">
                <p14:modId xmlns:p14="http://schemas.microsoft.com/office/powerpoint/2010/main" val="1350952346"/>
              </p:ext>
            </p:extLst>
          </p:nvPr>
        </p:nvGraphicFramePr>
        <p:xfrm>
          <a:off x="0" y="0"/>
          <a:ext cx="6084168"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2406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28419"/>
            <a:ext cx="9144000" cy="664277"/>
          </a:xfrm>
        </p:spPr>
        <p:txBody>
          <a:bodyPr>
            <a:normAutofit/>
          </a:bodyPr>
          <a:lstStyle/>
          <a:p>
            <a:r>
              <a:rPr lang="es-CO" sz="3600" b="1" dirty="0">
                <a:effectLst>
                  <a:outerShdw blurRad="38100" dist="38100" dir="2700000" algn="tl">
                    <a:srgbClr val="000000">
                      <a:alpha val="43137"/>
                    </a:srgbClr>
                  </a:outerShdw>
                </a:effectLst>
              </a:rPr>
              <a:t>CIRCUITOS RESISTIVOS: LEY DE OHM</a:t>
            </a:r>
            <a:endParaRPr lang="en-US" sz="3600"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143508" y="620688"/>
            <a:ext cx="8856984" cy="1828800"/>
          </a:xfrm>
        </p:spPr>
        <p:txBody>
          <a:bodyPr/>
          <a:lstStyle/>
          <a:p>
            <a:pPr marL="0" indent="0" algn="just">
              <a:buNone/>
            </a:pPr>
            <a:r>
              <a:rPr lang="es-CO" dirty="0"/>
              <a:t>La relación matemática en la ley de ohm se expresa por medio de la siguiente ecuación:</a:t>
            </a:r>
          </a:p>
          <a:p>
            <a:pPr marL="0" indent="0" algn="just">
              <a:buNone/>
            </a:pPr>
            <a:r>
              <a:rPr lang="es-CO" dirty="0"/>
              <a:t> v(t) = R x i(t), donde, i(t) ≥ 0</a:t>
            </a:r>
          </a:p>
        </p:txBody>
      </p:sp>
      <p:graphicFrame>
        <p:nvGraphicFramePr>
          <p:cNvPr id="7" name="6 Diagrama"/>
          <p:cNvGraphicFramePr/>
          <p:nvPr>
            <p:extLst>
              <p:ext uri="{D42A27DB-BD31-4B8C-83A1-F6EECF244321}">
                <p14:modId xmlns:p14="http://schemas.microsoft.com/office/powerpoint/2010/main" val="1978529819"/>
              </p:ext>
            </p:extLst>
          </p:nvPr>
        </p:nvGraphicFramePr>
        <p:xfrm>
          <a:off x="939866" y="2234384"/>
          <a:ext cx="6948264" cy="4424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4 Conector recto de flecha"/>
          <p:cNvCxnSpPr/>
          <p:nvPr/>
        </p:nvCxnSpPr>
        <p:spPr>
          <a:xfrm flipH="1" flipV="1">
            <a:off x="1803962" y="3539820"/>
            <a:ext cx="1872208" cy="864096"/>
          </a:xfrm>
          <a:prstGeom prst="straightConnector1">
            <a:avLst/>
          </a:prstGeom>
          <a:ln w="57150">
            <a:tailEnd type="arrow"/>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6" name="5 CuadroTexto"/>
          <p:cNvSpPr txBox="1"/>
          <p:nvPr/>
        </p:nvSpPr>
        <p:spPr>
          <a:xfrm>
            <a:off x="4036210" y="4452778"/>
            <a:ext cx="720080" cy="369332"/>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CO"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a:t>
            </a:r>
          </a:p>
        </p:txBody>
      </p:sp>
      <p:sp>
        <p:nvSpPr>
          <p:cNvPr id="9" name="8 Rectángulo"/>
          <p:cNvSpPr/>
          <p:nvPr/>
        </p:nvSpPr>
        <p:spPr>
          <a:xfrm>
            <a:off x="82022" y="2708920"/>
            <a:ext cx="2473754"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V=IR Ó</a:t>
            </a:r>
          </a:p>
          <a:p>
            <a:pPr algn="ctr"/>
            <a:r>
              <a:rPr lang="es-E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I=V/R</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cxnSp>
        <p:nvCxnSpPr>
          <p:cNvPr id="10" name="9 Conector recto de flecha"/>
          <p:cNvCxnSpPr/>
          <p:nvPr/>
        </p:nvCxnSpPr>
        <p:spPr>
          <a:xfrm flipV="1">
            <a:off x="5188338" y="2954464"/>
            <a:ext cx="1368152" cy="1326621"/>
          </a:xfrm>
          <a:prstGeom prst="straightConnector1">
            <a:avLst/>
          </a:prstGeom>
          <a:ln w="57150">
            <a:tailEnd type="arrow"/>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6378614" y="2210415"/>
            <a:ext cx="246093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P=V</a:t>
            </a:r>
            <a:r>
              <a:rPr lang="es-ES" sz="5400" b="1" cap="none" spc="0" baseline="300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2</a:t>
            </a:r>
            <a:r>
              <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a:t>
            </a:r>
          </a:p>
        </p:txBody>
      </p:sp>
      <p:sp>
        <p:nvSpPr>
          <p:cNvPr id="13" name="12 Rectángulo"/>
          <p:cNvSpPr/>
          <p:nvPr/>
        </p:nvSpPr>
        <p:spPr>
          <a:xfrm>
            <a:off x="6761846" y="4637444"/>
            <a:ext cx="1999265"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P=I</a:t>
            </a:r>
            <a:r>
              <a:rPr lang="es-ES" sz="5400" b="1" cap="none" spc="0" baseline="300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2</a:t>
            </a:r>
            <a:r>
              <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a:t>
            </a:r>
          </a:p>
        </p:txBody>
      </p:sp>
      <p:cxnSp>
        <p:nvCxnSpPr>
          <p:cNvPr id="14" name="13 Conector recto de flecha"/>
          <p:cNvCxnSpPr>
            <a:endCxn id="13" idx="2"/>
          </p:cNvCxnSpPr>
          <p:nvPr/>
        </p:nvCxnSpPr>
        <p:spPr>
          <a:xfrm>
            <a:off x="4396250" y="5560774"/>
            <a:ext cx="3365229" cy="0"/>
          </a:xfrm>
          <a:prstGeom prst="straightConnector1">
            <a:avLst/>
          </a:prstGeom>
          <a:ln w="57150">
            <a:tailEnd type="arrow"/>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8432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8229600" cy="1143000"/>
          </a:xfrm>
        </p:spPr>
        <p:txBody>
          <a:bodyPr>
            <a:normAutofit fontScale="90000"/>
          </a:bodyPr>
          <a:lstStyle/>
          <a:p>
            <a:r>
              <a:rPr lang="es-CO" b="1" dirty="0">
                <a:effectLst>
                  <a:outerShdw blurRad="38100" dist="38100" dir="2700000" algn="tl">
                    <a:srgbClr val="000000">
                      <a:alpha val="43137"/>
                    </a:srgbClr>
                  </a:outerShdw>
                </a:effectLst>
              </a:rPr>
              <a:t>CIRCUITOS RESISTIVOS: LEYES DE KIRCHOFF</a:t>
            </a:r>
            <a:endParaRPr lang="en-US"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123728" y="1351309"/>
            <a:ext cx="6563072" cy="5102027"/>
          </a:xfrm>
        </p:spPr>
        <p:txBody>
          <a:bodyPr>
            <a:noAutofit/>
          </a:bodyPr>
          <a:lstStyle/>
          <a:p>
            <a:pPr marL="0" indent="0" algn="just">
              <a:buNone/>
            </a:pPr>
            <a:r>
              <a:rPr lang="es-CO" sz="2600" dirty="0"/>
              <a:t>Cuando se empiezan a ampliar los recursos disponibles a fin de manejar redes más complejas que resultan de la interconexión de dos o más  elemento simples. Se asumirá que la interconexión se realiza por medio de conductores eléctricos (alambres) con resistencia cero, esto es conductores perfectos, dado que los alambres no tienen resistencia, la energía en el circuito se concentra en cada elemento, por lo que se emplea el término de circuito de parámetros concentrados para describir la red. </a:t>
            </a:r>
          </a:p>
        </p:txBody>
      </p:sp>
    </p:spTree>
    <p:extLst>
      <p:ext uri="{BB962C8B-B14F-4D97-AF65-F5344CB8AC3E}">
        <p14:creationId xmlns:p14="http://schemas.microsoft.com/office/powerpoint/2010/main" val="3857750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LEYES DE KIRCHOFF</a:t>
            </a:r>
          </a:p>
        </p:txBody>
      </p:sp>
      <p:pic>
        <p:nvPicPr>
          <p:cNvPr id="4" name="Picture 5" desc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776413"/>
            <a:ext cx="2846388" cy="3557587"/>
          </a:xfrm>
          <a:prstGeom prst="rect">
            <a:avLst/>
          </a:prstGeom>
          <a:noFill/>
          <a:ln>
            <a:noFill/>
          </a:ln>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10"/>
          <p:cNvSpPr>
            <a:spLocks noChangeArrowheads="1"/>
          </p:cNvSpPr>
          <p:nvPr/>
        </p:nvSpPr>
        <p:spPr bwMode="auto">
          <a:xfrm>
            <a:off x="4267200" y="1219200"/>
            <a:ext cx="2743200" cy="1371600"/>
          </a:xfrm>
          <a:prstGeom prst="wedgeRoundRectCallout">
            <a:avLst>
              <a:gd name="adj1" fmla="val -70602"/>
              <a:gd name="adj2" fmla="val 69792"/>
              <a:gd name="adj3" fmla="val 16667"/>
            </a:avLst>
          </a:prstGeom>
          <a:solidFill>
            <a:schemeClr val="accent2"/>
          </a:solidFill>
          <a:ln>
            <a:noFill/>
          </a:ln>
          <a:effectLst>
            <a:glow rad="228600">
              <a:schemeClr val="accent4">
                <a:satMod val="175000"/>
                <a:alpha val="40000"/>
              </a:schemeClr>
            </a:glo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s-ES" b="1">
              <a:effectLst>
                <a:outerShdw blurRad="38100" dist="38100" dir="2700000" algn="tl">
                  <a:srgbClr val="000000">
                    <a:alpha val="43137"/>
                  </a:srgbClr>
                </a:outerShdw>
              </a:effectLst>
            </a:endParaRPr>
          </a:p>
        </p:txBody>
      </p:sp>
      <p:sp>
        <p:nvSpPr>
          <p:cNvPr id="6" name="AutoShape 11"/>
          <p:cNvSpPr>
            <a:spLocks noChangeArrowheads="1"/>
          </p:cNvSpPr>
          <p:nvPr/>
        </p:nvSpPr>
        <p:spPr bwMode="auto">
          <a:xfrm>
            <a:off x="4572000" y="3200400"/>
            <a:ext cx="2971800" cy="1295400"/>
          </a:xfrm>
          <a:prstGeom prst="wedgeRoundRectCallout">
            <a:avLst>
              <a:gd name="adj1" fmla="val -83546"/>
              <a:gd name="adj2" fmla="val -25120"/>
              <a:gd name="adj3" fmla="val 16667"/>
            </a:avLst>
          </a:prstGeom>
          <a:solidFill>
            <a:schemeClr val="accent2"/>
          </a:solidFill>
          <a:ln>
            <a:noFill/>
          </a:ln>
          <a:effectLst>
            <a:glow rad="228600">
              <a:schemeClr val="accent4">
                <a:satMod val="175000"/>
                <a:alpha val="40000"/>
              </a:schemeClr>
            </a:glo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s-ES" b="1">
              <a:effectLst>
                <a:outerShdw blurRad="38100" dist="38100" dir="2700000" algn="tl">
                  <a:srgbClr val="000000">
                    <a:alpha val="43137"/>
                  </a:srgbClr>
                </a:outerShdw>
              </a:effectLst>
            </a:endParaRPr>
          </a:p>
        </p:txBody>
      </p:sp>
      <p:sp>
        <p:nvSpPr>
          <p:cNvPr id="7" name="Rectangle 6"/>
          <p:cNvSpPr>
            <a:spLocks noChangeArrowheads="1"/>
          </p:cNvSpPr>
          <p:nvPr/>
        </p:nvSpPr>
        <p:spPr bwMode="auto">
          <a:xfrm>
            <a:off x="4648200" y="1447800"/>
            <a:ext cx="2441694" cy="923330"/>
          </a:xfrm>
          <a:prstGeom prst="rect">
            <a:avLst/>
          </a:prstGeom>
          <a:noFill/>
          <a:ln>
            <a:noFill/>
          </a:ln>
          <a:effectLst>
            <a:glow rad="228600">
              <a:schemeClr val="accent4">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s-ES_tradnl" sz="1800" b="1">
                <a:effectLst>
                  <a:outerShdw blurRad="38100" dist="38100" dir="2700000" algn="tl">
                    <a:srgbClr val="000000">
                      <a:alpha val="43137"/>
                    </a:srgbClr>
                  </a:outerShdw>
                </a:effectLst>
              </a:rPr>
              <a:t>La energía se tiene</a:t>
            </a:r>
          </a:p>
          <a:p>
            <a:r>
              <a:rPr lang="es-ES_tradnl" sz="1800" b="1">
                <a:effectLst>
                  <a:outerShdw blurRad="38100" dist="38100" dir="2700000" algn="tl">
                    <a:srgbClr val="000000">
                      <a:alpha val="43137"/>
                    </a:srgbClr>
                  </a:outerShdw>
                </a:effectLst>
              </a:rPr>
              <a:t>que conservar en un</a:t>
            </a:r>
          </a:p>
          <a:p>
            <a:r>
              <a:rPr lang="es-ES_tradnl" sz="1800" b="1">
                <a:effectLst>
                  <a:outerShdw blurRad="38100" dist="38100" dir="2700000" algn="tl">
                    <a:srgbClr val="000000">
                      <a:alpha val="43137"/>
                    </a:srgbClr>
                  </a:outerShdw>
                </a:effectLst>
              </a:rPr>
              <a:t>circuito cerrado</a:t>
            </a:r>
            <a:endParaRPr lang="es-ES_tradnl" b="1">
              <a:effectLst>
                <a:outerShdw blurRad="38100" dist="38100" dir="2700000" algn="tl">
                  <a:srgbClr val="000000">
                    <a:alpha val="43137"/>
                  </a:srgbClr>
                </a:outerShdw>
              </a:effectLst>
            </a:endParaRPr>
          </a:p>
        </p:txBody>
      </p:sp>
      <p:sp>
        <p:nvSpPr>
          <p:cNvPr id="8" name="Text Box 8"/>
          <p:cNvSpPr txBox="1">
            <a:spLocks noChangeArrowheads="1"/>
          </p:cNvSpPr>
          <p:nvPr/>
        </p:nvSpPr>
        <p:spPr bwMode="auto">
          <a:xfrm>
            <a:off x="4800600" y="3228975"/>
            <a:ext cx="2743200" cy="1190625"/>
          </a:xfrm>
          <a:prstGeom prst="rect">
            <a:avLst/>
          </a:prstGeom>
          <a:noFill/>
          <a:ln>
            <a:noFill/>
          </a:ln>
          <a:effectLst>
            <a:glow rad="228600">
              <a:schemeClr val="accent4">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s-ES_tradnl" sz="1800" b="1">
                <a:effectLst>
                  <a:outerShdw blurRad="38100" dist="38100" dir="2700000" algn="tl">
                    <a:srgbClr val="000000">
                      <a:alpha val="43137"/>
                    </a:srgbClr>
                  </a:outerShdw>
                </a:effectLst>
              </a:rPr>
              <a:t>¿Cómo se escribe la conservación para los circuitos en serie y en paralelo?</a:t>
            </a:r>
            <a:endParaRPr lang="es-ES_tradnl" b="1">
              <a:effectLst>
                <a:outerShdw blurRad="38100" dist="38100" dir="2700000" algn="tl">
                  <a:srgbClr val="000000">
                    <a:alpha val="43137"/>
                  </a:srgbClr>
                </a:outerShdw>
              </a:effectLst>
            </a:endParaRPr>
          </a:p>
        </p:txBody>
      </p:sp>
      <p:sp>
        <p:nvSpPr>
          <p:cNvPr id="9" name="Rectangle 9"/>
          <p:cNvSpPr>
            <a:spLocks noChangeArrowheads="1"/>
          </p:cNvSpPr>
          <p:nvPr/>
        </p:nvSpPr>
        <p:spPr bwMode="auto">
          <a:xfrm>
            <a:off x="1447800" y="5334000"/>
            <a:ext cx="2949846" cy="461665"/>
          </a:xfrm>
          <a:prstGeom prst="rect">
            <a:avLst/>
          </a:prstGeom>
          <a:noFill/>
          <a:ln>
            <a:noFill/>
          </a:ln>
          <a:effectLst>
            <a:glow rad="228600">
              <a:schemeClr val="accent4">
                <a:satMod val="175000"/>
                <a:alpha val="40000"/>
              </a:schemeClr>
            </a:glo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s-ES_tradnl" sz="1800" b="1">
                <a:effectLst>
                  <a:outerShdw blurRad="38100" dist="38100" dir="2700000" algn="tl">
                    <a:srgbClr val="000000">
                      <a:alpha val="43137"/>
                    </a:srgbClr>
                  </a:outerShdw>
                </a:effectLst>
              </a:rPr>
              <a:t>Gustav Robert Kirchhoff</a:t>
            </a:r>
            <a:r>
              <a:rPr lang="es-ES_tradnl" b="1">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1106467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1268760"/>
          </a:xfrm>
        </p:spPr>
        <p:txBody>
          <a:bodyPr>
            <a:normAutofit fontScale="90000"/>
          </a:bodyPr>
          <a:lstStyle/>
          <a:p>
            <a:r>
              <a:rPr lang="es-ES" b="1" dirty="0">
                <a:effectLst>
                  <a:outerShdw blurRad="38100" dist="38100" dir="2700000" algn="tl">
                    <a:srgbClr val="000000">
                      <a:alpha val="43137"/>
                    </a:srgbClr>
                  </a:outerShdw>
                </a:effectLst>
              </a:rPr>
              <a:t>Leyes fundamentales de los circuitos y sus aplicaciones</a:t>
            </a:r>
            <a:endParaRPr lang="es-ES" dirty="0">
              <a:effectLst>
                <a:outerShdw blurRad="38100" dist="38100" dir="2700000" algn="tl">
                  <a:srgbClr val="000000">
                    <a:alpha val="43137"/>
                  </a:srgbClr>
                </a:outerShdw>
              </a:effectLst>
            </a:endParaRPr>
          </a:p>
        </p:txBody>
      </p:sp>
      <p:sp>
        <p:nvSpPr>
          <p:cNvPr id="3" name="2 Rectángulo"/>
          <p:cNvSpPr/>
          <p:nvPr/>
        </p:nvSpPr>
        <p:spPr>
          <a:xfrm>
            <a:off x="251520" y="1268760"/>
            <a:ext cx="8568952" cy="3108543"/>
          </a:xfrm>
          <a:prstGeom prst="rect">
            <a:avLst/>
          </a:prstGeom>
        </p:spPr>
        <p:txBody>
          <a:bodyPr wrap="square">
            <a:spAutoFit/>
          </a:bodyPr>
          <a:lstStyle/>
          <a:p>
            <a:pPr marL="285750" indent="-285750" algn="just">
              <a:buFont typeface="Arial" pitchFamily="34" charset="0"/>
              <a:buChar char="•"/>
            </a:pPr>
            <a:r>
              <a:rPr lang="es-ES" sz="2800" dirty="0"/>
              <a:t>Leyes de Kirchhoff</a:t>
            </a:r>
          </a:p>
          <a:p>
            <a:pPr marL="285750" indent="-285750" algn="just">
              <a:buFont typeface="Arial" pitchFamily="34" charset="0"/>
              <a:buChar char="•"/>
            </a:pPr>
            <a:r>
              <a:rPr lang="es-ES" sz="2800" dirty="0"/>
              <a:t>Resolución sistemática de los circuitos</a:t>
            </a:r>
          </a:p>
          <a:p>
            <a:pPr marL="285750" indent="-285750" algn="just">
              <a:buFont typeface="Arial" pitchFamily="34" charset="0"/>
              <a:buChar char="•"/>
            </a:pPr>
            <a:r>
              <a:rPr lang="es-ES" sz="2800" dirty="0"/>
              <a:t>Conexiones de elementos: serie y paralelo</a:t>
            </a:r>
          </a:p>
          <a:p>
            <a:pPr marL="285750" indent="-285750" algn="just">
              <a:buFont typeface="Arial" pitchFamily="34" charset="0"/>
              <a:buChar char="•"/>
            </a:pPr>
            <a:r>
              <a:rPr lang="es-ES" sz="2800" dirty="0"/>
              <a:t>Conexiones de elementos: conversión estrella-triángulo</a:t>
            </a:r>
          </a:p>
          <a:p>
            <a:pPr marL="285750" indent="-285750" algn="just">
              <a:buFont typeface="Arial" pitchFamily="34" charset="0"/>
              <a:buChar char="•"/>
            </a:pPr>
            <a:r>
              <a:rPr lang="es-ES" sz="2800" dirty="0"/>
              <a:t>Aplicaciones de las conexiones: divisor de tensión, divisor de corriente</a:t>
            </a:r>
          </a:p>
        </p:txBody>
      </p:sp>
    </p:spTree>
    <p:extLst>
      <p:ext uri="{BB962C8B-B14F-4D97-AF65-F5344CB8AC3E}">
        <p14:creationId xmlns:p14="http://schemas.microsoft.com/office/powerpoint/2010/main" val="343622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701675" y="673100"/>
            <a:ext cx="777240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2800" b="1">
                <a:solidFill>
                  <a:schemeClr val="tx2"/>
                </a:solidFill>
                <a:latin typeface="Arial" charset="0"/>
              </a:rPr>
              <a:t>Definiciones</a:t>
            </a:r>
            <a:r>
              <a:rPr lang="es-ES" sz="2400" b="1">
                <a:solidFill>
                  <a:schemeClr val="tx2"/>
                </a:solidFill>
                <a:latin typeface="Arial" charset="0"/>
              </a:rPr>
              <a:t> </a:t>
            </a:r>
          </a:p>
        </p:txBody>
      </p:sp>
      <p:sp>
        <p:nvSpPr>
          <p:cNvPr id="3075" name="Rectangle 3"/>
          <p:cNvSpPr>
            <a:spLocks noChangeArrowheads="1"/>
          </p:cNvSpPr>
          <p:nvPr/>
        </p:nvSpPr>
        <p:spPr bwMode="auto">
          <a:xfrm>
            <a:off x="649288" y="1249363"/>
            <a:ext cx="7772400" cy="47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4150" indent="-184150" algn="just">
              <a:lnSpc>
                <a:spcPct val="90000"/>
              </a:lnSpc>
              <a:spcBef>
                <a:spcPct val="20000"/>
              </a:spcBef>
            </a:pPr>
            <a:r>
              <a:rPr lang="es-ES" sz="1800" b="1">
                <a:latin typeface="Arial" charset="0"/>
              </a:rPr>
              <a:t>Nodo</a:t>
            </a:r>
            <a:r>
              <a:rPr lang="es-ES" sz="1800">
                <a:latin typeface="Arial" charset="0"/>
              </a:rPr>
              <a:t>	</a:t>
            </a: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r>
              <a:rPr lang="es-ES" sz="1800" b="1">
                <a:latin typeface="Arial" charset="0"/>
              </a:rPr>
              <a:t>Rama</a:t>
            </a: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r>
              <a:rPr lang="es-ES" sz="1800">
                <a:latin typeface="Arial" charset="0"/>
              </a:rPr>
              <a:t>	</a:t>
            </a:r>
          </a:p>
          <a:p>
            <a:pPr marL="184150" indent="-184150" algn="just">
              <a:lnSpc>
                <a:spcPct val="90000"/>
              </a:lnSpc>
              <a:spcBef>
                <a:spcPct val="20000"/>
              </a:spcBef>
            </a:pPr>
            <a:endParaRPr lang="es-ES" sz="1800" b="1">
              <a:latin typeface="Arial" charset="0"/>
            </a:endParaRPr>
          </a:p>
        </p:txBody>
      </p:sp>
      <p:graphicFrame>
        <p:nvGraphicFramePr>
          <p:cNvPr id="3076" name="Object 4"/>
          <p:cNvGraphicFramePr>
            <a:graphicFrameLocks noChangeAspect="1"/>
          </p:cNvGraphicFramePr>
          <p:nvPr/>
        </p:nvGraphicFramePr>
        <p:xfrm>
          <a:off x="1738313" y="1477963"/>
          <a:ext cx="5922962" cy="2212975"/>
        </p:xfrm>
        <a:graphic>
          <a:graphicData uri="http://schemas.openxmlformats.org/presentationml/2006/ole">
            <mc:AlternateContent xmlns:mc="http://schemas.openxmlformats.org/markup-compatibility/2006">
              <mc:Choice xmlns:v="urn:schemas-microsoft-com:vml" Requires="v">
                <p:oleObj name="Documento" r:id="rId2" imgW="4248912" imgH="1588008" progId="Word.Document.8">
                  <p:embed/>
                </p:oleObj>
              </mc:Choice>
              <mc:Fallback>
                <p:oleObj name="Documento" r:id="rId2" imgW="4248912" imgH="1588008" progId="Word.Document.8">
                  <p:embed/>
                  <p:pic>
                    <p:nvPicPr>
                      <p:cNvPr id="307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313" y="1477963"/>
                        <a:ext cx="5922962" cy="221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7" name="Object 5"/>
          <p:cNvGraphicFramePr>
            <a:graphicFrameLocks noChangeAspect="1"/>
          </p:cNvGraphicFramePr>
          <p:nvPr/>
        </p:nvGraphicFramePr>
        <p:xfrm>
          <a:off x="1719263" y="3984625"/>
          <a:ext cx="5826125" cy="2095500"/>
        </p:xfrm>
        <a:graphic>
          <a:graphicData uri="http://schemas.openxmlformats.org/presentationml/2006/ole">
            <mc:AlternateContent xmlns:mc="http://schemas.openxmlformats.org/markup-compatibility/2006">
              <mc:Choice xmlns:v="urn:schemas-microsoft-com:vml" Requires="v">
                <p:oleObj name="Documento" r:id="rId4" imgW="4096512" imgH="1473708" progId="Word.Document.8">
                  <p:embed/>
                </p:oleObj>
              </mc:Choice>
              <mc:Fallback>
                <p:oleObj name="Documento" r:id="rId4" imgW="4096512" imgH="1473708" progId="Word.Document.8">
                  <p:embed/>
                  <p:pic>
                    <p:nvPicPr>
                      <p:cNvPr id="307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9263" y="3984625"/>
                        <a:ext cx="58261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2827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701675" y="673100"/>
            <a:ext cx="777240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2800" b="1">
                <a:solidFill>
                  <a:schemeClr val="tx2"/>
                </a:solidFill>
                <a:latin typeface="Arial" charset="0"/>
              </a:rPr>
              <a:t>Definiciones</a:t>
            </a:r>
            <a:r>
              <a:rPr lang="es-ES" sz="2400" b="1">
                <a:solidFill>
                  <a:schemeClr val="tx2"/>
                </a:solidFill>
                <a:latin typeface="Arial" charset="0"/>
              </a:rPr>
              <a:t> </a:t>
            </a:r>
          </a:p>
        </p:txBody>
      </p:sp>
      <p:sp>
        <p:nvSpPr>
          <p:cNvPr id="4099" name="Rectangle 3"/>
          <p:cNvSpPr>
            <a:spLocks noChangeArrowheads="1"/>
          </p:cNvSpPr>
          <p:nvPr/>
        </p:nvSpPr>
        <p:spPr bwMode="auto">
          <a:xfrm>
            <a:off x="649288" y="1249363"/>
            <a:ext cx="7772400" cy="47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4150" indent="-184150" algn="just">
              <a:lnSpc>
                <a:spcPct val="90000"/>
              </a:lnSpc>
              <a:spcBef>
                <a:spcPct val="20000"/>
              </a:spcBef>
            </a:pPr>
            <a:r>
              <a:rPr lang="es-ES" sz="1800" b="1">
                <a:latin typeface="Arial" charset="0"/>
              </a:rPr>
              <a:t>Lazo</a:t>
            </a:r>
            <a:r>
              <a:rPr lang="es-ES" sz="1800">
                <a:latin typeface="Arial" charset="0"/>
              </a:rPr>
              <a:t>	</a:t>
            </a: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r>
              <a:rPr lang="es-ES" sz="1800" b="1">
                <a:latin typeface="Arial" charset="0"/>
              </a:rPr>
              <a:t>Malla</a:t>
            </a: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endParaRPr lang="es-ES" sz="1800" b="1">
              <a:latin typeface="Arial" charset="0"/>
            </a:endParaRPr>
          </a:p>
          <a:p>
            <a:pPr marL="184150" indent="-184150" algn="just">
              <a:lnSpc>
                <a:spcPct val="90000"/>
              </a:lnSpc>
              <a:spcBef>
                <a:spcPct val="20000"/>
              </a:spcBef>
            </a:pPr>
            <a:r>
              <a:rPr lang="es-ES" sz="1800">
                <a:latin typeface="Arial" charset="0"/>
              </a:rPr>
              <a:t>	</a:t>
            </a:r>
          </a:p>
          <a:p>
            <a:pPr marL="184150" indent="-184150" algn="just">
              <a:lnSpc>
                <a:spcPct val="90000"/>
              </a:lnSpc>
              <a:spcBef>
                <a:spcPct val="20000"/>
              </a:spcBef>
            </a:pPr>
            <a:endParaRPr lang="es-ES" sz="1800" b="1">
              <a:latin typeface="Arial" charset="0"/>
            </a:endParaRPr>
          </a:p>
        </p:txBody>
      </p:sp>
      <p:graphicFrame>
        <p:nvGraphicFramePr>
          <p:cNvPr id="4100" name="Object 6"/>
          <p:cNvGraphicFramePr>
            <a:graphicFrameLocks noChangeAspect="1"/>
          </p:cNvGraphicFramePr>
          <p:nvPr/>
        </p:nvGraphicFramePr>
        <p:xfrm>
          <a:off x="1782763" y="1501775"/>
          <a:ext cx="5738812" cy="2005013"/>
        </p:xfrm>
        <a:graphic>
          <a:graphicData uri="http://schemas.openxmlformats.org/presentationml/2006/ole">
            <mc:AlternateContent xmlns:mc="http://schemas.openxmlformats.org/markup-compatibility/2006">
              <mc:Choice xmlns:v="urn:schemas-microsoft-com:vml" Requires="v">
                <p:oleObj name="Documento" r:id="rId2" imgW="4105656" imgH="1435608" progId="Word.Document.8">
                  <p:embed/>
                </p:oleObj>
              </mc:Choice>
              <mc:Fallback>
                <p:oleObj name="Documento" r:id="rId2" imgW="4105656" imgH="1435608" progId="Word.Document.8">
                  <p:embed/>
                  <p:pic>
                    <p:nvPicPr>
                      <p:cNvPr id="410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2763" y="1501775"/>
                        <a:ext cx="5738812" cy="200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1" name="Object 7"/>
          <p:cNvGraphicFramePr>
            <a:graphicFrameLocks noChangeAspect="1"/>
          </p:cNvGraphicFramePr>
          <p:nvPr/>
        </p:nvGraphicFramePr>
        <p:xfrm>
          <a:off x="2055813" y="3895725"/>
          <a:ext cx="5632450" cy="1954213"/>
        </p:xfrm>
        <a:graphic>
          <a:graphicData uri="http://schemas.openxmlformats.org/presentationml/2006/ole">
            <mc:AlternateContent xmlns:mc="http://schemas.openxmlformats.org/markup-compatibility/2006">
              <mc:Choice xmlns:v="urn:schemas-microsoft-com:vml" Requires="v">
                <p:oleObj name="Documento" r:id="rId4" imgW="4134612" imgH="1435608" progId="Word.Document.8">
                  <p:embed/>
                </p:oleObj>
              </mc:Choice>
              <mc:Fallback>
                <p:oleObj name="Documento" r:id="rId4" imgW="4134612" imgH="1435608" progId="Word.Document.8">
                  <p:embed/>
                  <p:pic>
                    <p:nvPicPr>
                      <p:cNvPr id="410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5813" y="3895725"/>
                        <a:ext cx="5632450" cy="195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13163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title"/>
          </p:nvPr>
        </p:nvSpPr>
        <p:spPr>
          <a:xfrm>
            <a:off x="701675" y="630238"/>
            <a:ext cx="7908925" cy="654050"/>
          </a:xfrm>
          <a:noFill/>
        </p:spPr>
        <p:txBody>
          <a:bodyPr/>
          <a:lstStyle/>
          <a:p>
            <a:pPr eaLnBrk="1" hangingPunct="1"/>
            <a:r>
              <a:rPr lang="es-ES_tradnl" sz="2800" b="1">
                <a:latin typeface="Arial" charset="0"/>
                <a:cs typeface="Times New Roman" pitchFamily="18" charset="0"/>
              </a:rPr>
              <a:t>Ley de kirchhoff de las corrientes (LKC)  o</a:t>
            </a:r>
            <a:br>
              <a:rPr lang="es-ES_tradnl" sz="2800" b="1">
                <a:latin typeface="Arial" charset="0"/>
                <a:cs typeface="Times New Roman" pitchFamily="18" charset="0"/>
              </a:rPr>
            </a:br>
            <a:r>
              <a:rPr lang="es-ES_tradnl" sz="2800" b="1">
                <a:latin typeface="Arial" charset="0"/>
                <a:cs typeface="Times New Roman" pitchFamily="18" charset="0"/>
              </a:rPr>
              <a:t>Ley de los nodos</a:t>
            </a:r>
            <a:r>
              <a:rPr lang="es-ES" sz="2400" b="1">
                <a:latin typeface="Arial" charset="0"/>
              </a:rPr>
              <a:t> </a:t>
            </a:r>
          </a:p>
        </p:txBody>
      </p:sp>
      <p:sp>
        <p:nvSpPr>
          <p:cNvPr id="5123" name="Rectangle 163"/>
          <p:cNvSpPr>
            <a:spLocks noChangeArrowheads="1"/>
          </p:cNvSpPr>
          <p:nvPr/>
        </p:nvSpPr>
        <p:spPr bwMode="auto">
          <a:xfrm>
            <a:off x="4157663" y="3443288"/>
            <a:ext cx="846137"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4150" indent="-184150" algn="just">
              <a:lnSpc>
                <a:spcPct val="90000"/>
              </a:lnSpc>
              <a:spcBef>
                <a:spcPct val="20000"/>
              </a:spcBef>
            </a:pPr>
            <a:r>
              <a:rPr lang="es-ES_tradnl" sz="6000" b="1">
                <a:latin typeface="Arial" charset="0"/>
                <a:sym typeface="Wingdings" pitchFamily="2" charset="2"/>
              </a:rPr>
              <a:t></a:t>
            </a:r>
            <a:endParaRPr lang="es-ES" sz="1800" b="1">
              <a:latin typeface="Arial" charset="0"/>
              <a:sym typeface="Wingdings" pitchFamily="2" charset="2"/>
            </a:endParaRPr>
          </a:p>
        </p:txBody>
      </p:sp>
      <p:graphicFrame>
        <p:nvGraphicFramePr>
          <p:cNvPr id="5124" name="Object 169"/>
          <p:cNvGraphicFramePr>
            <a:graphicFrameLocks noChangeAspect="1"/>
          </p:cNvGraphicFramePr>
          <p:nvPr/>
        </p:nvGraphicFramePr>
        <p:xfrm>
          <a:off x="1200150" y="2119313"/>
          <a:ext cx="2379663" cy="915987"/>
        </p:xfrm>
        <a:graphic>
          <a:graphicData uri="http://schemas.openxmlformats.org/presentationml/2006/ole">
            <mc:AlternateContent xmlns:mc="http://schemas.openxmlformats.org/markup-compatibility/2006">
              <mc:Choice xmlns:v="urn:schemas-microsoft-com:vml" Requires="v">
                <p:oleObj name="Ecuación" r:id="rId2" imgW="787058" imgH="304668" progId="Equation.3">
                  <p:embed/>
                </p:oleObj>
              </mc:Choice>
              <mc:Fallback>
                <p:oleObj name="Ecuación" r:id="rId2" imgW="787058" imgH="304668" progId="Equation.3">
                  <p:embed/>
                  <p:pic>
                    <p:nvPicPr>
                      <p:cNvPr id="5124" name="Object 1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2119313"/>
                        <a:ext cx="2379663"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170"/>
          <p:cNvGraphicFramePr>
            <a:graphicFrameLocks noChangeAspect="1"/>
          </p:cNvGraphicFramePr>
          <p:nvPr/>
        </p:nvGraphicFramePr>
        <p:xfrm>
          <a:off x="5799138" y="1841500"/>
          <a:ext cx="1955800" cy="1601788"/>
        </p:xfrm>
        <a:graphic>
          <a:graphicData uri="http://schemas.openxmlformats.org/presentationml/2006/ole">
            <mc:AlternateContent xmlns:mc="http://schemas.openxmlformats.org/markup-compatibility/2006">
              <mc:Choice xmlns:v="urn:schemas-microsoft-com:vml" Requires="v">
                <p:oleObj name="Documento" r:id="rId4" imgW="1086612" imgH="888492" progId="Word.Document.8">
                  <p:embed/>
                </p:oleObj>
              </mc:Choice>
              <mc:Fallback>
                <p:oleObj name="Documento" r:id="rId4" imgW="1086612" imgH="888492" progId="Word.Document.8">
                  <p:embed/>
                  <p:pic>
                    <p:nvPicPr>
                      <p:cNvPr id="5125" name="Object 1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9138" y="1841500"/>
                        <a:ext cx="1955800" cy="160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6" name="Object 171"/>
          <p:cNvGraphicFramePr>
            <a:graphicFrameLocks noChangeAspect="1"/>
          </p:cNvGraphicFramePr>
          <p:nvPr/>
        </p:nvGraphicFramePr>
        <p:xfrm>
          <a:off x="2682875" y="4564063"/>
          <a:ext cx="3708400" cy="941387"/>
        </p:xfrm>
        <a:graphic>
          <a:graphicData uri="http://schemas.openxmlformats.org/presentationml/2006/ole">
            <mc:AlternateContent xmlns:mc="http://schemas.openxmlformats.org/markup-compatibility/2006">
              <mc:Choice xmlns:v="urn:schemas-microsoft-com:vml" Requires="v">
                <p:oleObj name="Ecuación" r:id="rId6" imgW="1244060" imgH="317362" progId="Equation.3">
                  <p:embed/>
                </p:oleObj>
              </mc:Choice>
              <mc:Fallback>
                <p:oleObj name="Ecuación" r:id="rId6" imgW="1244060" imgH="317362" progId="Equation.3">
                  <p:embed/>
                  <p:pic>
                    <p:nvPicPr>
                      <p:cNvPr id="5126" name="Object 1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2875" y="4564063"/>
                        <a:ext cx="37084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62419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Consecuencia</a:t>
            </a:r>
            <a:r>
              <a:rPr lang="es-ES" sz="2400" b="1">
                <a:solidFill>
                  <a:schemeClr val="tx2"/>
                </a:solidFill>
                <a:latin typeface="Arial" charset="0"/>
              </a:rPr>
              <a:t> </a:t>
            </a:r>
          </a:p>
        </p:txBody>
      </p:sp>
      <p:graphicFrame>
        <p:nvGraphicFramePr>
          <p:cNvPr id="6147" name="Object 3"/>
          <p:cNvGraphicFramePr>
            <a:graphicFrameLocks noChangeAspect="1"/>
          </p:cNvGraphicFramePr>
          <p:nvPr/>
        </p:nvGraphicFramePr>
        <p:xfrm>
          <a:off x="2717800" y="1719263"/>
          <a:ext cx="4148138" cy="777875"/>
        </p:xfrm>
        <a:graphic>
          <a:graphicData uri="http://schemas.openxmlformats.org/presentationml/2006/ole">
            <mc:AlternateContent xmlns:mc="http://schemas.openxmlformats.org/markup-compatibility/2006">
              <mc:Choice xmlns:v="urn:schemas-microsoft-com:vml" Requires="v">
                <p:oleObj name="Documento" r:id="rId2" imgW="1828800" imgH="342900" progId="Word.Document.8">
                  <p:embed/>
                </p:oleObj>
              </mc:Choice>
              <mc:Fallback>
                <p:oleObj name="Documento" r:id="rId2" imgW="1828800" imgH="342900" progId="Word.Document.8">
                  <p:embed/>
                  <p:pic>
                    <p:nvPicPr>
                      <p:cNvPr id="614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7800" y="1719263"/>
                        <a:ext cx="4148138"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8" name="Object 4"/>
          <p:cNvGraphicFramePr>
            <a:graphicFrameLocks noChangeAspect="1"/>
          </p:cNvGraphicFramePr>
          <p:nvPr/>
        </p:nvGraphicFramePr>
        <p:xfrm>
          <a:off x="1200150" y="4217988"/>
          <a:ext cx="3371850" cy="768350"/>
        </p:xfrm>
        <a:graphic>
          <a:graphicData uri="http://schemas.openxmlformats.org/presentationml/2006/ole">
            <mc:AlternateContent xmlns:mc="http://schemas.openxmlformats.org/markup-compatibility/2006">
              <mc:Choice xmlns:v="urn:schemas-microsoft-com:vml" Requires="v">
                <p:oleObj name="Documento" r:id="rId4" imgW="1562100" imgH="355092" progId="Word.Document.8">
                  <p:embed/>
                </p:oleObj>
              </mc:Choice>
              <mc:Fallback>
                <p:oleObj name="Documento" r:id="rId4" imgW="1562100" imgH="355092" progId="Word.Document.8">
                  <p:embed/>
                  <p:pic>
                    <p:nvPicPr>
                      <p:cNvPr id="614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150" y="4217988"/>
                        <a:ext cx="33718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9" name="Object 5"/>
          <p:cNvGraphicFramePr>
            <a:graphicFrameLocks noChangeAspect="1"/>
          </p:cNvGraphicFramePr>
          <p:nvPr/>
        </p:nvGraphicFramePr>
        <p:xfrm>
          <a:off x="6191250" y="3443288"/>
          <a:ext cx="1657350" cy="2279650"/>
        </p:xfrm>
        <a:graphic>
          <a:graphicData uri="http://schemas.openxmlformats.org/presentationml/2006/ole">
            <mc:AlternateContent xmlns:mc="http://schemas.openxmlformats.org/markup-compatibility/2006">
              <mc:Choice xmlns:v="urn:schemas-microsoft-com:vml" Requires="v">
                <p:oleObj name="Documento" r:id="rId6" imgW="896112" imgH="1231392" progId="Word.Document.8">
                  <p:embed/>
                </p:oleObj>
              </mc:Choice>
              <mc:Fallback>
                <p:oleObj name="Documento" r:id="rId6" imgW="896112" imgH="1231392" progId="Word.Document.8">
                  <p:embed/>
                  <p:pic>
                    <p:nvPicPr>
                      <p:cNvPr id="614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1250" y="3443288"/>
                        <a:ext cx="1657350" cy="227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2771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Ejercicios</a:t>
            </a:r>
          </a:p>
        </p:txBody>
      </p:sp>
      <p:sp>
        <p:nvSpPr>
          <p:cNvPr id="3" name="2 Marcador de contenido"/>
          <p:cNvSpPr>
            <a:spLocks noGrp="1"/>
          </p:cNvSpPr>
          <p:nvPr>
            <p:ph idx="1"/>
          </p:nvPr>
        </p:nvSpPr>
        <p:spPr>
          <a:xfrm>
            <a:off x="457200" y="1196752"/>
            <a:ext cx="8229600" cy="4525963"/>
          </a:xfrm>
        </p:spPr>
        <p:txBody>
          <a:bodyPr/>
          <a:lstStyle/>
          <a:p>
            <a:r>
              <a:rPr lang="es-CO" dirty="0"/>
              <a:t>Encuentre I1 para a)  e i1 e i2 para b)</a:t>
            </a:r>
          </a:p>
        </p:txBody>
      </p:sp>
      <p:pic>
        <p:nvPicPr>
          <p:cNvPr id="1026" name="Picture 2"/>
          <p:cNvPicPr>
            <a:picLocks noChangeAspect="1" noChangeArrowheads="1"/>
          </p:cNvPicPr>
          <p:nvPr/>
        </p:nvPicPr>
        <p:blipFill>
          <a:blip r:embed="rId2">
            <a:biLevel thresh="75000"/>
            <a:extLst>
              <a:ext uri="{28A0092B-C50C-407E-A947-70E740481C1C}">
                <a14:useLocalDpi xmlns:a14="http://schemas.microsoft.com/office/drawing/2010/main" val="0"/>
              </a:ext>
            </a:extLst>
          </a:blip>
          <a:srcRect/>
          <a:stretch>
            <a:fillRect/>
          </a:stretch>
        </p:blipFill>
        <p:spPr bwMode="auto">
          <a:xfrm>
            <a:off x="179512" y="1772816"/>
            <a:ext cx="7776865" cy="4446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5158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53752"/>
            <a:ext cx="8229600" cy="710952"/>
          </a:xfrm>
        </p:spPr>
        <p:txBody>
          <a:bodyPr/>
          <a:lstStyle/>
          <a:p>
            <a:r>
              <a:rPr lang="es-CO" b="1" dirty="0">
                <a:effectLst>
                  <a:outerShdw blurRad="38100" dist="38100" dir="2700000" algn="tl">
                    <a:srgbClr val="000000">
                      <a:alpha val="43137"/>
                    </a:srgbClr>
                  </a:outerShdw>
                </a:effectLst>
              </a:rPr>
              <a:t>EJERCICIOS</a:t>
            </a:r>
          </a:p>
        </p:txBody>
      </p:sp>
      <p:sp>
        <p:nvSpPr>
          <p:cNvPr id="3" name="2 Marcador de contenido"/>
          <p:cNvSpPr>
            <a:spLocks noGrp="1"/>
          </p:cNvSpPr>
          <p:nvPr>
            <p:ph idx="1"/>
          </p:nvPr>
        </p:nvSpPr>
        <p:spPr>
          <a:xfrm>
            <a:off x="457200" y="620688"/>
            <a:ext cx="8229600" cy="4525963"/>
          </a:xfrm>
        </p:spPr>
        <p:txBody>
          <a:bodyPr/>
          <a:lstStyle/>
          <a:p>
            <a:r>
              <a:rPr lang="es-CO" dirty="0"/>
              <a:t>RESOLVER:</a:t>
            </a:r>
          </a:p>
        </p:txBody>
      </p:sp>
      <p:pic>
        <p:nvPicPr>
          <p:cNvPr id="23555" name="Picture 3"/>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21017" y="1490131"/>
            <a:ext cx="7701966" cy="3689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2211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27856"/>
            <a:ext cx="9144000" cy="1143000"/>
          </a:xfrm>
        </p:spPr>
        <p:txBody>
          <a:bodyPr/>
          <a:lstStyle/>
          <a:p>
            <a:r>
              <a:rPr lang="es-CO" sz="3400" b="1" dirty="0">
                <a:effectLst>
                  <a:outerShdw blurRad="38100" dist="38100" dir="2700000" algn="tl">
                    <a:srgbClr val="000000">
                      <a:alpha val="43137"/>
                    </a:srgbClr>
                  </a:outerShdw>
                </a:effectLst>
              </a:rPr>
              <a:t>PASOS PARA RESOLVER CIRCUITOS POR LA LEY DE CORRIENTES DE KIRCHOFF</a:t>
            </a:r>
          </a:p>
        </p:txBody>
      </p:sp>
      <p:sp>
        <p:nvSpPr>
          <p:cNvPr id="3" name="2 Marcador de contenido"/>
          <p:cNvSpPr>
            <a:spLocks noGrp="1"/>
          </p:cNvSpPr>
          <p:nvPr>
            <p:ph idx="1"/>
          </p:nvPr>
        </p:nvSpPr>
        <p:spPr>
          <a:xfrm>
            <a:off x="179512" y="1052736"/>
            <a:ext cx="8784976" cy="5805264"/>
          </a:xfrm>
        </p:spPr>
        <p:txBody>
          <a:bodyPr/>
          <a:lstStyle/>
          <a:p>
            <a:pPr marL="514350" lvl="0" indent="-514350" algn="just">
              <a:buFont typeface="+mj-lt"/>
              <a:buAutoNum type="arabicPeriod"/>
            </a:pPr>
            <a:r>
              <a:rPr lang="es-ES" sz="2700" dirty="0"/>
              <a:t>Defina los nodos de los circuitos a analizar.</a:t>
            </a:r>
            <a:endParaRPr lang="es-CO" sz="2700" dirty="0"/>
          </a:p>
          <a:p>
            <a:pPr marL="514350" lvl="0" indent="-514350" algn="just">
              <a:buFont typeface="+mj-lt"/>
              <a:buAutoNum type="arabicPeriod"/>
            </a:pPr>
            <a:r>
              <a:rPr lang="es-ES" sz="2700" dirty="0"/>
              <a:t>Defina la polaridad o revise el sentido de las corrientes de cada elemento que llegan o salen de los  elementos, recuerde que las fuentes independientes polarizan el sentido de las corrientes en los circuitos resistivos.</a:t>
            </a:r>
            <a:endParaRPr lang="es-CO" sz="2700" dirty="0"/>
          </a:p>
          <a:p>
            <a:pPr marL="514350" lvl="0" indent="-514350" algn="just">
              <a:buFont typeface="+mj-lt"/>
              <a:buAutoNum type="arabicPeriod"/>
            </a:pPr>
            <a:r>
              <a:rPr lang="es-ES" sz="2700" dirty="0"/>
              <a:t>Defina la ecuación LKC de la siguiente forma: CORRIENTES QUE LLEGAN AL NODO SON IGUALES A LAS CORRIENTES QUE SALEN DEL NODO.</a:t>
            </a:r>
            <a:endParaRPr lang="es-CO" sz="2700" dirty="0"/>
          </a:p>
          <a:p>
            <a:pPr marL="514350" lvl="0" indent="-514350" algn="just">
              <a:buFont typeface="+mj-lt"/>
              <a:buAutoNum type="arabicPeriod"/>
            </a:pPr>
            <a:r>
              <a:rPr lang="es-ES" sz="2700" dirty="0"/>
              <a:t>Escriba las ecuaciones y despeje la variable incógnita.</a:t>
            </a:r>
            <a:endParaRPr lang="es-CO" sz="2700" dirty="0"/>
          </a:p>
          <a:p>
            <a:pPr marL="514350" lvl="0" indent="-514350" algn="just">
              <a:buFont typeface="+mj-lt"/>
              <a:buAutoNum type="arabicPeriod"/>
            </a:pPr>
            <a:r>
              <a:rPr lang="es-ES" sz="2700" dirty="0"/>
              <a:t>Resuelva el circuito.</a:t>
            </a:r>
            <a:endParaRPr lang="es-CO" sz="2700" dirty="0"/>
          </a:p>
          <a:p>
            <a:pPr marL="514350" indent="-514350" algn="just">
              <a:buFont typeface="+mj-lt"/>
              <a:buAutoNum type="arabicPeriod"/>
            </a:pPr>
            <a:endParaRPr lang="es-CO" sz="2700" dirty="0"/>
          </a:p>
        </p:txBody>
      </p:sp>
    </p:spTree>
    <p:extLst>
      <p:ext uri="{BB962C8B-B14F-4D97-AF65-F5344CB8AC3E}">
        <p14:creationId xmlns:p14="http://schemas.microsoft.com/office/powerpoint/2010/main" val="734579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1417638"/>
          </a:xfrm>
        </p:spPr>
        <p:txBody>
          <a:bodyPr/>
          <a:lstStyle/>
          <a:p>
            <a:r>
              <a:rPr lang="es-ES_tradnl" sz="3300" b="1" dirty="0">
                <a:effectLst>
                  <a:outerShdw blurRad="38100" dist="38100" dir="2700000" algn="tl">
                    <a:srgbClr val="000000">
                      <a:alpha val="43137"/>
                    </a:srgbClr>
                  </a:outerShdw>
                </a:effectLst>
                <a:latin typeface="Arial" charset="0"/>
              </a:rPr>
              <a:t>LEY DE KIRCHHOFF DE LAS TENSIONES (LKT Ó LKV Ó LVK)  Ó LEY DE LAS MALLAS</a:t>
            </a:r>
            <a:endParaRPr lang="es-ES" sz="3300" b="1" dirty="0">
              <a:effectLst>
                <a:outerShdw blurRad="38100" dist="38100" dir="2700000" algn="tl">
                  <a:srgbClr val="000000">
                    <a:alpha val="43137"/>
                  </a:srgbClr>
                </a:outerShdw>
              </a:effectLst>
              <a:latin typeface="Arial" charset="0"/>
            </a:endParaRPr>
          </a:p>
        </p:txBody>
      </p:sp>
      <p:sp>
        <p:nvSpPr>
          <p:cNvPr id="3" name="2 Marcador de contenido"/>
          <p:cNvSpPr>
            <a:spLocks noGrp="1"/>
          </p:cNvSpPr>
          <p:nvPr>
            <p:ph idx="1"/>
          </p:nvPr>
        </p:nvSpPr>
        <p:spPr/>
        <p:txBody>
          <a:bodyPr/>
          <a:lstStyle/>
          <a:p>
            <a:pPr marL="0" indent="0" algn="just">
              <a:buNone/>
            </a:pPr>
            <a:r>
              <a:rPr lang="es-CO" dirty="0"/>
              <a:t>LVK establece que la suma algebraica de los voltajes alrededor de cualquier lazo es cero. Al igual que el caso de LCK, deben recordar que los signos se utilizan para llevar un registro de la polaridad del voltaje. En otras palabras, al recorrer el circuito es necesario que la suma de todos los incrementos y decrementos del nivel de energía sea cero.</a:t>
            </a:r>
            <a:endParaRPr lang="en-US" dirty="0"/>
          </a:p>
        </p:txBody>
      </p:sp>
    </p:spTree>
    <p:extLst>
      <p:ext uri="{BB962C8B-B14F-4D97-AF65-F5344CB8AC3E}">
        <p14:creationId xmlns:p14="http://schemas.microsoft.com/office/powerpoint/2010/main" val="3875336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11340"/>
            <a:ext cx="9143999" cy="897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r>
              <a:rPr lang="es-ES_tradnl" sz="3200" b="1" dirty="0">
                <a:solidFill>
                  <a:schemeClr val="tx2"/>
                </a:solidFill>
                <a:effectLst>
                  <a:outerShdw blurRad="38100" dist="38100" dir="2700000" algn="tl">
                    <a:srgbClr val="000000">
                      <a:alpha val="43137"/>
                    </a:srgbClr>
                  </a:outerShdw>
                </a:effectLst>
                <a:latin typeface="Arial" charset="0"/>
              </a:rPr>
              <a:t>LEY DE KIRCHHOFF DE LOS VOLTAJES (LKV)  O LEY DE LAS LAZOS</a:t>
            </a:r>
            <a:endParaRPr lang="es-ES" sz="2800" b="1" dirty="0">
              <a:solidFill>
                <a:schemeClr val="tx2"/>
              </a:solidFill>
              <a:effectLst>
                <a:outerShdw blurRad="38100" dist="38100" dir="2700000" algn="tl">
                  <a:srgbClr val="000000">
                    <a:alpha val="43137"/>
                  </a:srgbClr>
                </a:outerShdw>
              </a:effectLst>
              <a:latin typeface="Arial" charset="0"/>
            </a:endParaRPr>
          </a:p>
        </p:txBody>
      </p:sp>
      <p:sp>
        <p:nvSpPr>
          <p:cNvPr id="7171" name="Rectangle 3"/>
          <p:cNvSpPr>
            <a:spLocks noChangeArrowheads="1"/>
          </p:cNvSpPr>
          <p:nvPr/>
        </p:nvSpPr>
        <p:spPr bwMode="auto">
          <a:xfrm>
            <a:off x="863600" y="2646363"/>
            <a:ext cx="2451100"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4150" indent="-184150" algn="just">
              <a:lnSpc>
                <a:spcPct val="90000"/>
              </a:lnSpc>
              <a:spcBef>
                <a:spcPct val="20000"/>
              </a:spcBef>
            </a:pPr>
            <a:r>
              <a:rPr lang="es-ES_tradnl" sz="3200" b="1">
                <a:latin typeface="Arial" charset="0"/>
                <a:sym typeface="Wingdings" pitchFamily="2" charset="2"/>
              </a:rPr>
              <a:t>En un lazo</a:t>
            </a:r>
            <a:endParaRPr lang="es-ES" sz="1800" b="1">
              <a:latin typeface="Arial" charset="0"/>
              <a:sym typeface="Wingdings" pitchFamily="2" charset="2"/>
            </a:endParaRPr>
          </a:p>
        </p:txBody>
      </p:sp>
      <p:graphicFrame>
        <p:nvGraphicFramePr>
          <p:cNvPr id="7172" name="Object 7"/>
          <p:cNvGraphicFramePr>
            <a:graphicFrameLocks noChangeAspect="1"/>
          </p:cNvGraphicFramePr>
          <p:nvPr/>
        </p:nvGraphicFramePr>
        <p:xfrm>
          <a:off x="3852863" y="2255838"/>
          <a:ext cx="2085975" cy="1431925"/>
        </p:xfrm>
        <a:graphic>
          <a:graphicData uri="http://schemas.openxmlformats.org/presentationml/2006/ole">
            <mc:AlternateContent xmlns:mc="http://schemas.openxmlformats.org/markup-compatibility/2006">
              <mc:Choice xmlns:v="urn:schemas-microsoft-com:vml" Requires="v">
                <p:oleObj name="Ecuación" r:id="rId2" imgW="482391" imgH="330057" progId="Equation.3">
                  <p:embed/>
                </p:oleObj>
              </mc:Choice>
              <mc:Fallback>
                <p:oleObj name="Ecuación" r:id="rId2" imgW="482391" imgH="330057" progId="Equation.3">
                  <p:embed/>
                  <p:pic>
                    <p:nvPicPr>
                      <p:cNvPr id="7172"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2863" y="2255838"/>
                        <a:ext cx="20859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3" name="Object 8"/>
          <p:cNvGraphicFramePr>
            <a:graphicFrameLocks noChangeAspect="1"/>
          </p:cNvGraphicFramePr>
          <p:nvPr>
            <p:extLst>
              <p:ext uri="{D42A27DB-BD31-4B8C-83A1-F6EECF244321}">
                <p14:modId xmlns:p14="http://schemas.microsoft.com/office/powerpoint/2010/main" val="3832988901"/>
              </p:ext>
            </p:extLst>
          </p:nvPr>
        </p:nvGraphicFramePr>
        <p:xfrm>
          <a:off x="2267744" y="4057650"/>
          <a:ext cx="6192688" cy="2251670"/>
        </p:xfrm>
        <a:graphic>
          <a:graphicData uri="http://schemas.openxmlformats.org/presentationml/2006/ole">
            <mc:AlternateContent xmlns:mc="http://schemas.openxmlformats.org/markup-compatibility/2006">
              <mc:Choice xmlns:v="urn:schemas-microsoft-com:vml" Requires="v">
                <p:oleObj name="Document" r:id="rId4" imgW="3029862" imgH="976598" progId="Word.Document.8">
                  <p:embed/>
                </p:oleObj>
              </mc:Choice>
              <mc:Fallback>
                <p:oleObj name="Document" r:id="rId4" imgW="3029862" imgH="976598" progId="Word.Document.8">
                  <p:embed/>
                  <p:pic>
                    <p:nvPicPr>
                      <p:cNvPr id="7173" name="Object 8"/>
                      <p:cNvPicPr>
                        <a:picLocks noChangeAspect="1" noChangeArrowheads="1"/>
                      </p:cNvPicPr>
                      <p:nvPr/>
                    </p:nvPicPr>
                    <p:blipFill>
                      <a:blip r:embed="rId5"/>
                      <a:srcRect/>
                      <a:stretch>
                        <a:fillRect/>
                      </a:stretch>
                    </p:blipFill>
                    <p:spPr bwMode="auto">
                      <a:xfrm>
                        <a:off x="2267744" y="4057650"/>
                        <a:ext cx="6192688" cy="225167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0094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11340"/>
            <a:ext cx="9143999" cy="897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ES_tradnl" sz="2800" b="1" dirty="0">
                <a:solidFill>
                  <a:schemeClr val="tx2"/>
                </a:solidFill>
                <a:effectLst>
                  <a:outerShdw blurRad="38100" dist="38100" dir="2700000" algn="tl">
                    <a:srgbClr val="000000">
                      <a:alpha val="43137"/>
                    </a:srgbClr>
                  </a:outerShdw>
                </a:effectLst>
                <a:latin typeface="Arial" charset="0"/>
              </a:rPr>
              <a:t>LEY DE KIRCHHOFF DE LOS VOLTAJES (LKV)  O LEY DE LAS LAZOS</a:t>
            </a:r>
            <a:endParaRPr lang="es-ES" sz="2400" b="1" dirty="0">
              <a:solidFill>
                <a:schemeClr val="tx2"/>
              </a:solidFill>
              <a:effectLst>
                <a:outerShdw blurRad="38100" dist="38100" dir="2700000" algn="tl">
                  <a:srgbClr val="000000">
                    <a:alpha val="43137"/>
                  </a:srgbClr>
                </a:outerShdw>
              </a:effectLst>
              <a:latin typeface="Arial" charset="0"/>
            </a:endParaRPr>
          </a:p>
        </p:txBody>
      </p:sp>
      <p:pic>
        <p:nvPicPr>
          <p:cNvPr id="28674" name="Picture 2"/>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251520" y="836712"/>
            <a:ext cx="8784976" cy="554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6689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11340"/>
            <a:ext cx="9143999" cy="897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ES_tradnl" sz="2800" b="1" dirty="0">
                <a:solidFill>
                  <a:schemeClr val="tx2"/>
                </a:solidFill>
                <a:effectLst>
                  <a:outerShdw blurRad="38100" dist="38100" dir="2700000" algn="tl">
                    <a:srgbClr val="000000">
                      <a:alpha val="43137"/>
                    </a:srgbClr>
                  </a:outerShdw>
                </a:effectLst>
                <a:latin typeface="Arial" charset="0"/>
              </a:rPr>
              <a:t>LEY DE KIRCHHOFF DE LOS VOLTAJES (LKV)  O LEY DE LAS LAZOS</a:t>
            </a:r>
            <a:endParaRPr lang="es-ES" sz="2400" b="1" dirty="0">
              <a:solidFill>
                <a:schemeClr val="tx2"/>
              </a:solidFill>
              <a:effectLst>
                <a:outerShdw blurRad="38100" dist="38100" dir="2700000" algn="tl">
                  <a:srgbClr val="000000">
                    <a:alpha val="43137"/>
                  </a:srgbClr>
                </a:outerShdw>
              </a:effectLst>
              <a:latin typeface="Arial" charset="0"/>
            </a:endParaRPr>
          </a:p>
        </p:txBody>
      </p:sp>
      <p:pic>
        <p:nvPicPr>
          <p:cNvPr id="29698" name="Picture 2"/>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36513" y="836712"/>
            <a:ext cx="9180511"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3534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Conexión de elementos en serie</a:t>
            </a:r>
            <a:r>
              <a:rPr lang="es-ES" sz="2400" b="1">
                <a:solidFill>
                  <a:schemeClr val="tx2"/>
                </a:solidFill>
                <a:latin typeface="Arial" charset="0"/>
              </a:rPr>
              <a:t> </a:t>
            </a:r>
          </a:p>
        </p:txBody>
      </p:sp>
      <p:sp>
        <p:nvSpPr>
          <p:cNvPr id="9219" name="Rectangle 3"/>
          <p:cNvSpPr>
            <a:spLocks noChangeArrowheads="1"/>
          </p:cNvSpPr>
          <p:nvPr/>
        </p:nvSpPr>
        <p:spPr bwMode="auto">
          <a:xfrm>
            <a:off x="358140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9220" name="Object 4"/>
          <p:cNvGraphicFramePr>
            <a:graphicFrameLocks noChangeAspect="1"/>
          </p:cNvGraphicFramePr>
          <p:nvPr/>
        </p:nvGraphicFramePr>
        <p:xfrm>
          <a:off x="604838" y="1957388"/>
          <a:ext cx="3994150" cy="768350"/>
        </p:xfrm>
        <a:graphic>
          <a:graphicData uri="http://schemas.openxmlformats.org/presentationml/2006/ole">
            <mc:AlternateContent xmlns:mc="http://schemas.openxmlformats.org/markup-compatibility/2006">
              <mc:Choice xmlns:v="urn:schemas-microsoft-com:vml" Requires="v">
                <p:oleObj r:id="rId2" imgW="1485900" imgH="285750" progId="Word.Picture.8">
                  <p:embed/>
                </p:oleObj>
              </mc:Choice>
              <mc:Fallback>
                <p:oleObj r:id="rId2" imgW="1485900" imgH="285750" progId="Word.Picture.8">
                  <p:embed/>
                  <p:pic>
                    <p:nvPicPr>
                      <p:cNvPr id="92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8" y="1957388"/>
                        <a:ext cx="39941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1" name="Rectangle 5"/>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9222" name="Object 6"/>
          <p:cNvGraphicFramePr>
            <a:graphicFrameLocks noChangeAspect="1"/>
          </p:cNvGraphicFramePr>
          <p:nvPr/>
        </p:nvGraphicFramePr>
        <p:xfrm>
          <a:off x="5448300" y="2298700"/>
          <a:ext cx="2860675" cy="1368425"/>
        </p:xfrm>
        <a:graphic>
          <a:graphicData uri="http://schemas.openxmlformats.org/presentationml/2006/ole">
            <mc:AlternateContent xmlns:mc="http://schemas.openxmlformats.org/markup-compatibility/2006">
              <mc:Choice xmlns:v="urn:schemas-microsoft-com:vml" Requires="v">
                <p:oleObj r:id="rId4" imgW="1657350" imgH="790575" progId="Word.Picture.8">
                  <p:embed/>
                </p:oleObj>
              </mc:Choice>
              <mc:Fallback>
                <p:oleObj r:id="rId4" imgW="1657350" imgH="790575" progId="Word.Picture.8">
                  <p:embed/>
                  <p:pic>
                    <p:nvPicPr>
                      <p:cNvPr id="922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8300" y="2298700"/>
                        <a:ext cx="28606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7"/>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9224" name="Object 8"/>
          <p:cNvGraphicFramePr>
            <a:graphicFrameLocks noChangeAspect="1"/>
          </p:cNvGraphicFramePr>
          <p:nvPr/>
        </p:nvGraphicFramePr>
        <p:xfrm>
          <a:off x="1325563" y="4341813"/>
          <a:ext cx="5861050" cy="547687"/>
        </p:xfrm>
        <a:graphic>
          <a:graphicData uri="http://schemas.openxmlformats.org/presentationml/2006/ole">
            <mc:AlternateContent xmlns:mc="http://schemas.openxmlformats.org/markup-compatibility/2006">
              <mc:Choice xmlns:v="urn:schemas-microsoft-com:vml" Requires="v">
                <p:oleObj r:id="rId6" imgW="2828925" imgH="266700" progId="Word.Picture.8">
                  <p:embed/>
                </p:oleObj>
              </mc:Choice>
              <mc:Fallback>
                <p:oleObj r:id="rId6" imgW="2828925" imgH="266700" progId="Word.Picture.8">
                  <p:embed/>
                  <p:pic>
                    <p:nvPicPr>
                      <p:cNvPr id="922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5563" y="4341813"/>
                        <a:ext cx="5861050"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5" name="Rectangle 9"/>
          <p:cNvSpPr>
            <a:spLocks noChangeArrowheads="1"/>
          </p:cNvSpPr>
          <p:nvPr/>
        </p:nvSpPr>
        <p:spPr bwMode="auto">
          <a:xfrm>
            <a:off x="649288" y="5295900"/>
            <a:ext cx="7772400"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4150" indent="-184150" algn="just">
              <a:lnSpc>
                <a:spcPct val="90000"/>
              </a:lnSpc>
              <a:spcBef>
                <a:spcPct val="20000"/>
              </a:spcBef>
            </a:pPr>
            <a:r>
              <a:rPr lang="es-ES" sz="1800">
                <a:latin typeface="Arial" charset="0"/>
              </a:rPr>
              <a:t>Por todos los elementos pasa la misma corriente</a:t>
            </a:r>
          </a:p>
        </p:txBody>
      </p:sp>
    </p:spTree>
    <p:extLst>
      <p:ext uri="{BB962C8B-B14F-4D97-AF65-F5344CB8AC3E}">
        <p14:creationId xmlns:p14="http://schemas.microsoft.com/office/powerpoint/2010/main" val="1147982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Conexión de elementos en paralelo</a:t>
            </a:r>
            <a:r>
              <a:rPr lang="es-ES" sz="2400" b="1">
                <a:solidFill>
                  <a:schemeClr val="tx2"/>
                </a:solidFill>
                <a:latin typeface="Arial" charset="0"/>
              </a:rPr>
              <a:t> </a:t>
            </a:r>
          </a:p>
        </p:txBody>
      </p:sp>
      <p:sp>
        <p:nvSpPr>
          <p:cNvPr id="10243"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0244"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0245" name="Rectangle 5"/>
          <p:cNvSpPr>
            <a:spLocks noChangeArrowheads="1"/>
          </p:cNvSpPr>
          <p:nvPr/>
        </p:nvSpPr>
        <p:spPr bwMode="auto">
          <a:xfrm>
            <a:off x="649288" y="5665788"/>
            <a:ext cx="7772400"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84150" indent="-184150" algn="just">
              <a:lnSpc>
                <a:spcPct val="90000"/>
              </a:lnSpc>
              <a:spcBef>
                <a:spcPct val="20000"/>
              </a:spcBef>
            </a:pPr>
            <a:r>
              <a:rPr lang="es-ES" sz="1800">
                <a:latin typeface="Arial" charset="0"/>
              </a:rPr>
              <a:t>En todos los elementos hay la misma tensión</a:t>
            </a:r>
          </a:p>
        </p:txBody>
      </p:sp>
      <p:sp>
        <p:nvSpPr>
          <p:cNvPr id="10246" name="Rectangle 6"/>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0247" name="Object 7"/>
          <p:cNvGraphicFramePr>
            <a:graphicFrameLocks noChangeAspect="1"/>
          </p:cNvGraphicFramePr>
          <p:nvPr/>
        </p:nvGraphicFramePr>
        <p:xfrm>
          <a:off x="684213" y="1493838"/>
          <a:ext cx="4157662" cy="1857375"/>
        </p:xfrm>
        <a:graphic>
          <a:graphicData uri="http://schemas.openxmlformats.org/presentationml/2006/ole">
            <mc:AlternateContent xmlns:mc="http://schemas.openxmlformats.org/markup-compatibility/2006">
              <mc:Choice xmlns:v="urn:schemas-microsoft-com:vml" Requires="v">
                <p:oleObj r:id="rId2" imgW="1533525" imgH="685800" progId="Word.Picture.8">
                  <p:embed/>
                </p:oleObj>
              </mc:Choice>
              <mc:Fallback>
                <p:oleObj r:id="rId2" imgW="1533525" imgH="685800" progId="Word.Picture.8">
                  <p:embed/>
                  <p:pic>
                    <p:nvPicPr>
                      <p:cNvPr id="1024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493838"/>
                        <a:ext cx="4157662"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Rectangle 8"/>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0249" name="Object 9"/>
          <p:cNvGraphicFramePr>
            <a:graphicFrameLocks noChangeAspect="1"/>
          </p:cNvGraphicFramePr>
          <p:nvPr/>
        </p:nvGraphicFramePr>
        <p:xfrm>
          <a:off x="6069013" y="1395413"/>
          <a:ext cx="1954212" cy="1357312"/>
        </p:xfrm>
        <a:graphic>
          <a:graphicData uri="http://schemas.openxmlformats.org/presentationml/2006/ole">
            <mc:AlternateContent xmlns:mc="http://schemas.openxmlformats.org/markup-compatibility/2006">
              <mc:Choice xmlns:v="urn:schemas-microsoft-com:vml" Requires="v">
                <p:oleObj r:id="rId4" imgW="1285875" imgH="895350" progId="Word.Picture.8">
                  <p:embed/>
                </p:oleObj>
              </mc:Choice>
              <mc:Fallback>
                <p:oleObj r:id="rId4" imgW="1285875" imgH="895350" progId="Word.Picture.8">
                  <p:embed/>
                  <p:pic>
                    <p:nvPicPr>
                      <p:cNvPr id="1024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9013" y="1395413"/>
                        <a:ext cx="1954212"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0" name="Rectangle 10"/>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0251" name="Object 11"/>
          <p:cNvGraphicFramePr>
            <a:graphicFrameLocks noChangeAspect="1"/>
          </p:cNvGraphicFramePr>
          <p:nvPr/>
        </p:nvGraphicFramePr>
        <p:xfrm>
          <a:off x="6092825" y="2890838"/>
          <a:ext cx="2030413" cy="1270000"/>
        </p:xfrm>
        <a:graphic>
          <a:graphicData uri="http://schemas.openxmlformats.org/presentationml/2006/ole">
            <mc:AlternateContent xmlns:mc="http://schemas.openxmlformats.org/markup-compatibility/2006">
              <mc:Choice xmlns:v="urn:schemas-microsoft-com:vml" Requires="v">
                <p:oleObj r:id="rId6" imgW="1333500" imgH="838200" progId="Word.Picture.8">
                  <p:embed/>
                </p:oleObj>
              </mc:Choice>
              <mc:Fallback>
                <p:oleObj r:id="rId6" imgW="1333500" imgH="838200" progId="Word.Picture.8">
                  <p:embed/>
                  <p:pic>
                    <p:nvPicPr>
                      <p:cNvPr id="10251"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2825" y="2890838"/>
                        <a:ext cx="2030413"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2" name="Rectangle 12"/>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0253" name="Object 13"/>
          <p:cNvGraphicFramePr>
            <a:graphicFrameLocks noChangeAspect="1"/>
          </p:cNvGraphicFramePr>
          <p:nvPr/>
        </p:nvGraphicFramePr>
        <p:xfrm>
          <a:off x="1758950" y="4338638"/>
          <a:ext cx="3605213" cy="1189037"/>
        </p:xfrm>
        <a:graphic>
          <a:graphicData uri="http://schemas.openxmlformats.org/presentationml/2006/ole">
            <mc:AlternateContent xmlns:mc="http://schemas.openxmlformats.org/markup-compatibility/2006">
              <mc:Choice xmlns:v="urn:schemas-microsoft-com:vml" Requires="v">
                <p:oleObj r:id="rId8" imgW="1885950" imgH="619125" progId="Word.Picture.8">
                  <p:embed/>
                </p:oleObj>
              </mc:Choice>
              <mc:Fallback>
                <p:oleObj r:id="rId8" imgW="1885950" imgH="619125" progId="Word.Picture.8">
                  <p:embed/>
                  <p:pic>
                    <p:nvPicPr>
                      <p:cNvPr id="10253"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8950" y="4338638"/>
                        <a:ext cx="3605213"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85334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Resistencias en serie</a:t>
            </a:r>
            <a:r>
              <a:rPr lang="es-ES" sz="2400" b="1">
                <a:solidFill>
                  <a:schemeClr val="tx2"/>
                </a:solidFill>
                <a:latin typeface="Arial" charset="0"/>
              </a:rPr>
              <a:t> </a:t>
            </a:r>
          </a:p>
        </p:txBody>
      </p:sp>
      <p:sp>
        <p:nvSpPr>
          <p:cNvPr id="11267" name="Rectangle 1027"/>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1268" name="Rectangle 1028"/>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1269" name="Rectangle 1029"/>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1270" name="Rectangle 1030"/>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1271" name="Rectangle 1031"/>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1272" name="Rectangle 1032"/>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1273" name="Object 1033"/>
          <p:cNvGraphicFramePr>
            <a:graphicFrameLocks noChangeAspect="1"/>
          </p:cNvGraphicFramePr>
          <p:nvPr/>
        </p:nvGraphicFramePr>
        <p:xfrm>
          <a:off x="635000" y="1914525"/>
          <a:ext cx="4291013" cy="922338"/>
        </p:xfrm>
        <a:graphic>
          <a:graphicData uri="http://schemas.openxmlformats.org/presentationml/2006/ole">
            <mc:AlternateContent xmlns:mc="http://schemas.openxmlformats.org/markup-compatibility/2006">
              <mc:Choice xmlns:v="urn:schemas-microsoft-com:vml" Requires="v">
                <p:oleObj r:id="rId2" imgW="1990725" imgH="428625" progId="Word.Picture.8">
                  <p:embed/>
                </p:oleObj>
              </mc:Choice>
              <mc:Fallback>
                <p:oleObj r:id="rId2" imgW="1990725" imgH="428625" progId="Word.Picture.8">
                  <p:embed/>
                  <p:pic>
                    <p:nvPicPr>
                      <p:cNvPr id="11273" name="Object 10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 y="1914525"/>
                        <a:ext cx="42910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4" name="Object 1034"/>
          <p:cNvGraphicFramePr>
            <a:graphicFrameLocks noChangeAspect="1"/>
          </p:cNvGraphicFramePr>
          <p:nvPr/>
        </p:nvGraphicFramePr>
        <p:xfrm>
          <a:off x="1487488" y="3465513"/>
          <a:ext cx="808037" cy="293687"/>
        </p:xfrm>
        <a:graphic>
          <a:graphicData uri="http://schemas.openxmlformats.org/presentationml/2006/ole">
            <mc:AlternateContent xmlns:mc="http://schemas.openxmlformats.org/markup-compatibility/2006">
              <mc:Choice xmlns:v="urn:schemas-microsoft-com:vml" Requires="v">
                <p:oleObj r:id="rId4" imgW="314325" imgH="114300" progId="Equation.3">
                  <p:embed/>
                </p:oleObj>
              </mc:Choice>
              <mc:Fallback>
                <p:oleObj r:id="rId4" imgW="314325" imgH="114300" progId="Equation.3">
                  <p:embed/>
                  <p:pic>
                    <p:nvPicPr>
                      <p:cNvPr id="11274" name="Object 10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7488" y="3465513"/>
                        <a:ext cx="80803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5" name="Object 1035"/>
          <p:cNvGraphicFramePr>
            <a:graphicFrameLocks noChangeAspect="1"/>
          </p:cNvGraphicFramePr>
          <p:nvPr/>
        </p:nvGraphicFramePr>
        <p:xfrm>
          <a:off x="3033713" y="3465513"/>
          <a:ext cx="881062" cy="293687"/>
        </p:xfrm>
        <a:graphic>
          <a:graphicData uri="http://schemas.openxmlformats.org/presentationml/2006/ole">
            <mc:AlternateContent xmlns:mc="http://schemas.openxmlformats.org/markup-compatibility/2006">
              <mc:Choice xmlns:v="urn:schemas-microsoft-com:vml" Requires="v">
                <p:oleObj r:id="rId6" imgW="342900" imgH="114300" progId="Equation.3">
                  <p:embed/>
                </p:oleObj>
              </mc:Choice>
              <mc:Fallback>
                <p:oleObj r:id="rId6" imgW="342900" imgH="114300" progId="Equation.3">
                  <p:embed/>
                  <p:pic>
                    <p:nvPicPr>
                      <p:cNvPr id="11275" name="Object 10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3713" y="3465513"/>
                        <a:ext cx="881062"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6" name="Object 1036"/>
          <p:cNvGraphicFramePr>
            <a:graphicFrameLocks noChangeAspect="1"/>
          </p:cNvGraphicFramePr>
          <p:nvPr/>
        </p:nvGraphicFramePr>
        <p:xfrm>
          <a:off x="901700" y="4062413"/>
          <a:ext cx="3640138" cy="365125"/>
        </p:xfrm>
        <a:graphic>
          <a:graphicData uri="http://schemas.openxmlformats.org/presentationml/2006/ole">
            <mc:AlternateContent xmlns:mc="http://schemas.openxmlformats.org/markup-compatibility/2006">
              <mc:Choice xmlns:v="urn:schemas-microsoft-com:vml" Requires="v">
                <p:oleObj name="Ecuación" r:id="rId8" imgW="2159000" imgH="215900" progId="Equation.3">
                  <p:embed/>
                </p:oleObj>
              </mc:Choice>
              <mc:Fallback>
                <p:oleObj name="Ecuación" r:id="rId8" imgW="2159000" imgH="215900" progId="Equation.3">
                  <p:embed/>
                  <p:pic>
                    <p:nvPicPr>
                      <p:cNvPr id="11276" name="Object 10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1700" y="4062413"/>
                        <a:ext cx="3640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7" name="Object 1037"/>
          <p:cNvGraphicFramePr>
            <a:graphicFrameLocks noChangeAspect="1"/>
          </p:cNvGraphicFramePr>
          <p:nvPr/>
        </p:nvGraphicFramePr>
        <p:xfrm>
          <a:off x="5738813" y="1903413"/>
          <a:ext cx="2660650" cy="922337"/>
        </p:xfrm>
        <a:graphic>
          <a:graphicData uri="http://schemas.openxmlformats.org/presentationml/2006/ole">
            <mc:AlternateContent xmlns:mc="http://schemas.openxmlformats.org/markup-compatibility/2006">
              <mc:Choice xmlns:v="urn:schemas-microsoft-com:vml" Requires="v">
                <p:oleObj r:id="rId10" imgW="1238250" imgH="428625" progId="Word.Picture.8">
                  <p:embed/>
                </p:oleObj>
              </mc:Choice>
              <mc:Fallback>
                <p:oleObj r:id="rId10" imgW="1238250" imgH="428625" progId="Word.Picture.8">
                  <p:embed/>
                  <p:pic>
                    <p:nvPicPr>
                      <p:cNvPr id="11277" name="Object 10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38813" y="1903413"/>
                        <a:ext cx="26606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8" name="Object 1038"/>
          <p:cNvGraphicFramePr>
            <a:graphicFrameLocks noChangeAspect="1"/>
          </p:cNvGraphicFramePr>
          <p:nvPr/>
        </p:nvGraphicFramePr>
        <p:xfrm>
          <a:off x="6515100" y="4110038"/>
          <a:ext cx="1098550" cy="307975"/>
        </p:xfrm>
        <a:graphic>
          <a:graphicData uri="http://schemas.openxmlformats.org/presentationml/2006/ole">
            <mc:AlternateContent xmlns:mc="http://schemas.openxmlformats.org/markup-compatibility/2006">
              <mc:Choice xmlns:v="urn:schemas-microsoft-com:vml" Requires="v">
                <p:oleObj r:id="rId12" imgW="409575" imgH="114300" progId="Equation.3">
                  <p:embed/>
                </p:oleObj>
              </mc:Choice>
              <mc:Fallback>
                <p:oleObj r:id="rId12" imgW="409575" imgH="114300" progId="Equation.3">
                  <p:embed/>
                  <p:pic>
                    <p:nvPicPr>
                      <p:cNvPr id="11278" name="Object 10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15100" y="4110038"/>
                        <a:ext cx="1098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9" name="Line 1039"/>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aphicFrame>
        <p:nvGraphicFramePr>
          <p:cNvPr id="11280" name="Object 1040"/>
          <p:cNvGraphicFramePr>
            <a:graphicFrameLocks noChangeAspect="1"/>
          </p:cNvGraphicFramePr>
          <p:nvPr/>
        </p:nvGraphicFramePr>
        <p:xfrm>
          <a:off x="2651125" y="5191125"/>
          <a:ext cx="1590675" cy="457200"/>
        </p:xfrm>
        <a:graphic>
          <a:graphicData uri="http://schemas.openxmlformats.org/presentationml/2006/ole">
            <mc:AlternateContent xmlns:mc="http://schemas.openxmlformats.org/markup-compatibility/2006">
              <mc:Choice xmlns:v="urn:schemas-microsoft-com:vml" Requires="v">
                <p:oleObj name="Ecuación" r:id="rId14" imgW="800100" imgH="228600" progId="Equation.3">
                  <p:embed/>
                </p:oleObj>
              </mc:Choice>
              <mc:Fallback>
                <p:oleObj name="Ecuación" r:id="rId14" imgW="800100" imgH="228600" progId="Equation.3">
                  <p:embed/>
                  <p:pic>
                    <p:nvPicPr>
                      <p:cNvPr id="11280" name="Object 10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51125" y="5191125"/>
                        <a:ext cx="159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281" name="Rectangle 1041"/>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1282" name="Object 1042"/>
          <p:cNvGraphicFramePr>
            <a:graphicFrameLocks noChangeAspect="1"/>
          </p:cNvGraphicFramePr>
          <p:nvPr/>
        </p:nvGraphicFramePr>
        <p:xfrm>
          <a:off x="5138738" y="5180013"/>
          <a:ext cx="1414462" cy="685800"/>
        </p:xfrm>
        <a:graphic>
          <a:graphicData uri="http://schemas.openxmlformats.org/presentationml/2006/ole">
            <mc:AlternateContent xmlns:mc="http://schemas.openxmlformats.org/markup-compatibility/2006">
              <mc:Choice xmlns:v="urn:schemas-microsoft-com:vml" Requires="v">
                <p:oleObj name="Ecuación" r:id="rId16" imgW="710891" imgH="342751" progId="Equation.3">
                  <p:embed/>
                </p:oleObj>
              </mc:Choice>
              <mc:Fallback>
                <p:oleObj name="Ecuación" r:id="rId16" imgW="710891" imgH="342751" progId="Equation.3">
                  <p:embed/>
                  <p:pic>
                    <p:nvPicPr>
                      <p:cNvPr id="11282" name="Object 10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38738" y="5180013"/>
                        <a:ext cx="1414462"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3" name="Rectangle 1043"/>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Resistencia equivalente</a:t>
            </a:r>
            <a:r>
              <a:rPr lang="es-ES" sz="1600">
                <a:solidFill>
                  <a:schemeClr val="tx2"/>
                </a:solidFill>
                <a:latin typeface="Arial" charset="0"/>
              </a:rPr>
              <a:t> </a:t>
            </a:r>
          </a:p>
        </p:txBody>
      </p:sp>
    </p:spTree>
    <p:extLst>
      <p:ext uri="{BB962C8B-B14F-4D97-AF65-F5344CB8AC3E}">
        <p14:creationId xmlns:p14="http://schemas.microsoft.com/office/powerpoint/2010/main" val="3877433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Resistencias en paralelo</a:t>
            </a:r>
            <a:r>
              <a:rPr lang="es-ES" sz="2400" b="1">
                <a:solidFill>
                  <a:schemeClr val="tx2"/>
                </a:solidFill>
                <a:latin typeface="Arial" charset="0"/>
              </a:rPr>
              <a:t> </a:t>
            </a:r>
          </a:p>
        </p:txBody>
      </p:sp>
      <p:sp>
        <p:nvSpPr>
          <p:cNvPr id="12291"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2292"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2293" name="Rectangle 5"/>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2294" name="Rectangle 6"/>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2295" name="Rectangle 7"/>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2296" name="Rectangle 8"/>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2297" name="Line 9"/>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298" name="Rectangle 10"/>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299" name="Object 11"/>
          <p:cNvGraphicFramePr>
            <a:graphicFrameLocks noChangeAspect="1"/>
          </p:cNvGraphicFramePr>
          <p:nvPr/>
        </p:nvGraphicFramePr>
        <p:xfrm>
          <a:off x="1108075" y="1541463"/>
          <a:ext cx="3495675" cy="1446212"/>
        </p:xfrm>
        <a:graphic>
          <a:graphicData uri="http://schemas.openxmlformats.org/presentationml/2006/ole">
            <mc:AlternateContent xmlns:mc="http://schemas.openxmlformats.org/markup-compatibility/2006">
              <mc:Choice xmlns:v="urn:schemas-microsoft-com:vml" Requires="v">
                <p:oleObj r:id="rId2" imgW="1781175" imgH="733425" progId="Word.Picture.8">
                  <p:embed/>
                </p:oleObj>
              </mc:Choice>
              <mc:Fallback>
                <p:oleObj r:id="rId2" imgW="1781175" imgH="733425" progId="Word.Picture.8">
                  <p:embed/>
                  <p:pic>
                    <p:nvPicPr>
                      <p:cNvPr id="12299"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5" y="1541463"/>
                        <a:ext cx="3495675"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0" name="Rectangle 12"/>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Resistencia equivalente</a:t>
            </a:r>
            <a:r>
              <a:rPr lang="es-ES" sz="1600">
                <a:solidFill>
                  <a:schemeClr val="tx2"/>
                </a:solidFill>
                <a:latin typeface="Arial" charset="0"/>
              </a:rPr>
              <a:t> </a:t>
            </a:r>
          </a:p>
        </p:txBody>
      </p:sp>
      <p:sp>
        <p:nvSpPr>
          <p:cNvPr id="12301" name="Rectangle 13"/>
          <p:cNvSpPr>
            <a:spLocks noChangeArrowheads="1"/>
          </p:cNvSpPr>
          <p:nvPr/>
        </p:nvSpPr>
        <p:spPr bwMode="auto">
          <a:xfrm>
            <a:off x="3757613"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302" name="Object 14"/>
          <p:cNvGraphicFramePr>
            <a:graphicFrameLocks noChangeAspect="1"/>
          </p:cNvGraphicFramePr>
          <p:nvPr/>
        </p:nvGraphicFramePr>
        <p:xfrm>
          <a:off x="5726113" y="1947863"/>
          <a:ext cx="2613025" cy="931862"/>
        </p:xfrm>
        <a:graphic>
          <a:graphicData uri="http://schemas.openxmlformats.org/presentationml/2006/ole">
            <mc:AlternateContent xmlns:mc="http://schemas.openxmlformats.org/markup-compatibility/2006">
              <mc:Choice xmlns:v="urn:schemas-microsoft-com:vml" Requires="v">
                <p:oleObj r:id="rId4" imgW="1219200" imgH="438150" progId="Word.Picture.8">
                  <p:embed/>
                </p:oleObj>
              </mc:Choice>
              <mc:Fallback>
                <p:oleObj r:id="rId4" imgW="1219200" imgH="438150" progId="Word.Picture.8">
                  <p:embed/>
                  <p:pic>
                    <p:nvPicPr>
                      <p:cNvPr id="12302"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6113" y="1947863"/>
                        <a:ext cx="2613025"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3" name="Object 15"/>
          <p:cNvGraphicFramePr>
            <a:graphicFrameLocks noChangeAspect="1"/>
          </p:cNvGraphicFramePr>
          <p:nvPr/>
        </p:nvGraphicFramePr>
        <p:xfrm>
          <a:off x="1562100" y="3438525"/>
          <a:ext cx="1119188" cy="319088"/>
        </p:xfrm>
        <a:graphic>
          <a:graphicData uri="http://schemas.openxmlformats.org/presentationml/2006/ole">
            <mc:AlternateContent xmlns:mc="http://schemas.openxmlformats.org/markup-compatibility/2006">
              <mc:Choice xmlns:v="urn:schemas-microsoft-com:vml" Requires="v">
                <p:oleObj r:id="rId6" imgW="400050" imgH="114300" progId="Equation.3">
                  <p:embed/>
                </p:oleObj>
              </mc:Choice>
              <mc:Fallback>
                <p:oleObj r:id="rId6" imgW="400050" imgH="114300" progId="Equation.3">
                  <p:embed/>
                  <p:pic>
                    <p:nvPicPr>
                      <p:cNvPr id="12303"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2100" y="3438525"/>
                        <a:ext cx="11191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4" name="Rectangle 16"/>
          <p:cNvSpPr>
            <a:spLocks noChangeArrowheads="1"/>
          </p:cNvSpPr>
          <p:nvPr/>
        </p:nvSpPr>
        <p:spPr bwMode="auto">
          <a:xfrm>
            <a:off x="4291013" y="3352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305" name="Object 17"/>
          <p:cNvGraphicFramePr>
            <a:graphicFrameLocks noChangeAspect="1"/>
          </p:cNvGraphicFramePr>
          <p:nvPr/>
        </p:nvGraphicFramePr>
        <p:xfrm>
          <a:off x="3101975" y="3438525"/>
          <a:ext cx="1177925" cy="319088"/>
        </p:xfrm>
        <a:graphic>
          <a:graphicData uri="http://schemas.openxmlformats.org/presentationml/2006/ole">
            <mc:AlternateContent xmlns:mc="http://schemas.openxmlformats.org/markup-compatibility/2006">
              <mc:Choice xmlns:v="urn:schemas-microsoft-com:vml" Requires="v">
                <p:oleObj r:id="rId8" imgW="419100" imgH="114300" progId="Equation.3">
                  <p:embed/>
                </p:oleObj>
              </mc:Choice>
              <mc:Fallback>
                <p:oleObj r:id="rId8" imgW="419100" imgH="114300" progId="Equation.3">
                  <p:embed/>
                  <p:pic>
                    <p:nvPicPr>
                      <p:cNvPr id="12305"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01975" y="3438525"/>
                        <a:ext cx="11779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6" name="Rectangle 18"/>
          <p:cNvSpPr>
            <a:spLocks noChangeArrowheads="1"/>
          </p:cNvSpPr>
          <p:nvPr/>
        </p:nvSpPr>
        <p:spPr bwMode="auto">
          <a:xfrm>
            <a:off x="386238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307" name="Object 19"/>
          <p:cNvGraphicFramePr>
            <a:graphicFrameLocks noChangeAspect="1"/>
          </p:cNvGraphicFramePr>
          <p:nvPr/>
        </p:nvGraphicFramePr>
        <p:xfrm>
          <a:off x="431800" y="3970338"/>
          <a:ext cx="4689475" cy="882650"/>
        </p:xfrm>
        <a:graphic>
          <a:graphicData uri="http://schemas.openxmlformats.org/presentationml/2006/ole">
            <mc:AlternateContent xmlns:mc="http://schemas.openxmlformats.org/markup-compatibility/2006">
              <mc:Choice xmlns:v="urn:schemas-microsoft-com:vml" Requires="v">
                <p:oleObj name="Ecuación" r:id="rId10" imgW="2552700" imgH="482600" progId="Equation.3">
                  <p:embed/>
                </p:oleObj>
              </mc:Choice>
              <mc:Fallback>
                <p:oleObj name="Ecuación" r:id="rId10" imgW="2552700" imgH="482600" progId="Equation.3">
                  <p:embed/>
                  <p:pic>
                    <p:nvPicPr>
                      <p:cNvPr id="12307"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1800" y="3970338"/>
                        <a:ext cx="468947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8" name="Rectangle 20"/>
          <p:cNvSpPr>
            <a:spLocks noChangeArrowheads="1"/>
          </p:cNvSpPr>
          <p:nvPr/>
        </p:nvSpPr>
        <p:spPr bwMode="auto">
          <a:xfrm>
            <a:off x="43624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309" name="Object 21"/>
          <p:cNvGraphicFramePr>
            <a:graphicFrameLocks noChangeAspect="1"/>
          </p:cNvGraphicFramePr>
          <p:nvPr/>
        </p:nvGraphicFramePr>
        <p:xfrm>
          <a:off x="6535738" y="3892550"/>
          <a:ext cx="887412" cy="747713"/>
        </p:xfrm>
        <a:graphic>
          <a:graphicData uri="http://schemas.openxmlformats.org/presentationml/2006/ole">
            <mc:AlternateContent xmlns:mc="http://schemas.openxmlformats.org/markup-compatibility/2006">
              <mc:Choice xmlns:v="urn:schemas-microsoft-com:vml" Requires="v">
                <p:oleObj r:id="rId12" imgW="314325" imgH="266700" progId="Equation.3">
                  <p:embed/>
                </p:oleObj>
              </mc:Choice>
              <mc:Fallback>
                <p:oleObj r:id="rId12" imgW="314325" imgH="266700" progId="Equation.3">
                  <p:embed/>
                  <p:pic>
                    <p:nvPicPr>
                      <p:cNvPr id="12309"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35738" y="3892550"/>
                        <a:ext cx="887412"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10" name="Rectangle 22"/>
          <p:cNvSpPr>
            <a:spLocks noChangeArrowheads="1"/>
          </p:cNvSpPr>
          <p:nvPr/>
        </p:nvSpPr>
        <p:spPr bwMode="auto">
          <a:xfrm>
            <a:off x="4167188"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311" name="Object 23"/>
          <p:cNvGraphicFramePr>
            <a:graphicFrameLocks noChangeAspect="1"/>
          </p:cNvGraphicFramePr>
          <p:nvPr/>
        </p:nvGraphicFramePr>
        <p:xfrm>
          <a:off x="2217738" y="5167313"/>
          <a:ext cx="1641475" cy="714375"/>
        </p:xfrm>
        <a:graphic>
          <a:graphicData uri="http://schemas.openxmlformats.org/presentationml/2006/ole">
            <mc:AlternateContent xmlns:mc="http://schemas.openxmlformats.org/markup-compatibility/2006">
              <mc:Choice xmlns:v="urn:schemas-microsoft-com:vml" Requires="v">
                <p:oleObj r:id="rId14" imgW="609600" imgH="266700" progId="Equation.3">
                  <p:embed/>
                </p:oleObj>
              </mc:Choice>
              <mc:Fallback>
                <p:oleObj r:id="rId14" imgW="609600" imgH="266700" progId="Equation.3">
                  <p:embed/>
                  <p:pic>
                    <p:nvPicPr>
                      <p:cNvPr id="12311"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17738" y="5167313"/>
                        <a:ext cx="16414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12" name="Rectangle 24"/>
          <p:cNvSpPr>
            <a:spLocks noChangeArrowheads="1"/>
          </p:cNvSpPr>
          <p:nvPr/>
        </p:nvSpPr>
        <p:spPr bwMode="auto">
          <a:xfrm>
            <a:off x="4224338"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2313" name="Object 25"/>
          <p:cNvGraphicFramePr>
            <a:graphicFrameLocks noChangeAspect="1"/>
          </p:cNvGraphicFramePr>
          <p:nvPr/>
        </p:nvGraphicFramePr>
        <p:xfrm>
          <a:off x="5029200" y="4929188"/>
          <a:ext cx="2130425" cy="1211262"/>
        </p:xfrm>
        <a:graphic>
          <a:graphicData uri="http://schemas.openxmlformats.org/presentationml/2006/ole">
            <mc:AlternateContent xmlns:mc="http://schemas.openxmlformats.org/markup-compatibility/2006">
              <mc:Choice xmlns:v="urn:schemas-microsoft-com:vml" Requires="v">
                <p:oleObj name="Ecuación" r:id="rId16" imgW="698197" imgH="393529" progId="Equation.3">
                  <p:embed/>
                </p:oleObj>
              </mc:Choice>
              <mc:Fallback>
                <p:oleObj name="Ecuación" r:id="rId16" imgW="698197" imgH="393529" progId="Equation.3">
                  <p:embed/>
                  <p:pic>
                    <p:nvPicPr>
                      <p:cNvPr id="12313"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29200" y="4929188"/>
                        <a:ext cx="2130425" cy="1211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33019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Condensadores en serie</a:t>
            </a:r>
            <a:r>
              <a:rPr lang="es-ES" sz="2400" b="1">
                <a:solidFill>
                  <a:schemeClr val="tx2"/>
                </a:solidFill>
                <a:latin typeface="Arial" charset="0"/>
              </a:rPr>
              <a:t> </a:t>
            </a:r>
          </a:p>
        </p:txBody>
      </p:sp>
      <p:sp>
        <p:nvSpPr>
          <p:cNvPr id="13315" name="Line 3"/>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3316" name="Rectangle 4"/>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Capacidad equivalente</a:t>
            </a:r>
            <a:r>
              <a:rPr lang="es-ES" sz="1600">
                <a:solidFill>
                  <a:schemeClr val="tx2"/>
                </a:solidFill>
                <a:latin typeface="Arial" charset="0"/>
              </a:rPr>
              <a:t> </a:t>
            </a:r>
          </a:p>
        </p:txBody>
      </p:sp>
      <p:graphicFrame>
        <p:nvGraphicFramePr>
          <p:cNvPr id="13317" name="Object 5"/>
          <p:cNvGraphicFramePr>
            <a:graphicFrameLocks noChangeAspect="1"/>
          </p:cNvGraphicFramePr>
          <p:nvPr/>
        </p:nvGraphicFramePr>
        <p:xfrm>
          <a:off x="1303338" y="3168650"/>
          <a:ext cx="1209675" cy="763588"/>
        </p:xfrm>
        <a:graphic>
          <a:graphicData uri="http://schemas.openxmlformats.org/presentationml/2006/ole">
            <mc:AlternateContent xmlns:mc="http://schemas.openxmlformats.org/markup-compatibility/2006">
              <mc:Choice xmlns:v="urn:schemas-microsoft-com:vml" Requires="v">
                <p:oleObj name="Ecuación" r:id="rId2" imgW="622030" imgH="393529" progId="Equation.3">
                  <p:embed/>
                </p:oleObj>
              </mc:Choice>
              <mc:Fallback>
                <p:oleObj name="Ecuación" r:id="rId2" imgW="622030" imgH="393529" progId="Equation.3">
                  <p:embed/>
                  <p:pic>
                    <p:nvPicPr>
                      <p:cNvPr id="133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338" y="3168650"/>
                        <a:ext cx="120967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8" name="Object 6"/>
          <p:cNvGraphicFramePr>
            <a:graphicFrameLocks noChangeAspect="1"/>
          </p:cNvGraphicFramePr>
          <p:nvPr/>
        </p:nvGraphicFramePr>
        <p:xfrm>
          <a:off x="998538" y="4019550"/>
          <a:ext cx="3522662" cy="882650"/>
        </p:xfrm>
        <a:graphic>
          <a:graphicData uri="http://schemas.openxmlformats.org/presentationml/2006/ole">
            <mc:AlternateContent xmlns:mc="http://schemas.openxmlformats.org/markup-compatibility/2006">
              <mc:Choice xmlns:v="urn:schemas-microsoft-com:vml" Requires="v">
                <p:oleObj name="Ecuación" r:id="rId4" imgW="1916868" imgH="482391" progId="Equation.3">
                  <p:embed/>
                </p:oleObj>
              </mc:Choice>
              <mc:Fallback>
                <p:oleObj name="Ecuación" r:id="rId4" imgW="1916868" imgH="482391" progId="Equation.3">
                  <p:embed/>
                  <p:pic>
                    <p:nvPicPr>
                      <p:cNvPr id="1331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538" y="4019550"/>
                        <a:ext cx="3522662"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9" name="Object 7"/>
          <p:cNvGraphicFramePr>
            <a:graphicFrameLocks noChangeAspect="1"/>
          </p:cNvGraphicFramePr>
          <p:nvPr/>
        </p:nvGraphicFramePr>
        <p:xfrm>
          <a:off x="6324600" y="3949700"/>
          <a:ext cx="1360488" cy="806450"/>
        </p:xfrm>
        <a:graphic>
          <a:graphicData uri="http://schemas.openxmlformats.org/presentationml/2006/ole">
            <mc:AlternateContent xmlns:mc="http://schemas.openxmlformats.org/markup-compatibility/2006">
              <mc:Choice xmlns:v="urn:schemas-microsoft-com:vml" Requires="v">
                <p:oleObj name="Ecuación" r:id="rId6" imgW="723586" imgH="431613" progId="Equation.3">
                  <p:embed/>
                </p:oleObj>
              </mc:Choice>
              <mc:Fallback>
                <p:oleObj name="Ecuación" r:id="rId6" imgW="723586" imgH="431613" progId="Equation.3">
                  <p:embed/>
                  <p:pic>
                    <p:nvPicPr>
                      <p:cNvPr id="13319"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3949700"/>
                        <a:ext cx="1360488"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0" name="Object 8"/>
          <p:cNvGraphicFramePr>
            <a:graphicFrameLocks noChangeAspect="1"/>
          </p:cNvGraphicFramePr>
          <p:nvPr/>
        </p:nvGraphicFramePr>
        <p:xfrm>
          <a:off x="2206625" y="5195888"/>
          <a:ext cx="1895475" cy="890587"/>
        </p:xfrm>
        <a:graphic>
          <a:graphicData uri="http://schemas.openxmlformats.org/presentationml/2006/ole">
            <mc:AlternateContent xmlns:mc="http://schemas.openxmlformats.org/markup-compatibility/2006">
              <mc:Choice xmlns:v="urn:schemas-microsoft-com:vml" Requires="v">
                <p:oleObj name="Ecuación" r:id="rId8" imgW="914400" imgH="431800" progId="Equation.3">
                  <p:embed/>
                </p:oleObj>
              </mc:Choice>
              <mc:Fallback>
                <p:oleObj name="Ecuación" r:id="rId8" imgW="914400" imgH="431800" progId="Equation.3">
                  <p:embed/>
                  <p:pic>
                    <p:nvPicPr>
                      <p:cNvPr id="1332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6625" y="5195888"/>
                        <a:ext cx="189547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1" name="Object 9"/>
          <p:cNvGraphicFramePr>
            <a:graphicFrameLocks noChangeAspect="1"/>
          </p:cNvGraphicFramePr>
          <p:nvPr/>
        </p:nvGraphicFramePr>
        <p:xfrm>
          <a:off x="5657850" y="5135563"/>
          <a:ext cx="1598613" cy="917575"/>
        </p:xfrm>
        <a:graphic>
          <a:graphicData uri="http://schemas.openxmlformats.org/presentationml/2006/ole">
            <mc:AlternateContent xmlns:mc="http://schemas.openxmlformats.org/markup-compatibility/2006">
              <mc:Choice xmlns:v="urn:schemas-microsoft-com:vml" Requires="v">
                <p:oleObj name="Ecuación" r:id="rId10" imgW="761669" imgH="431613" progId="Equation.3">
                  <p:embed/>
                </p:oleObj>
              </mc:Choice>
              <mc:Fallback>
                <p:oleObj name="Ecuación" r:id="rId10" imgW="761669" imgH="431613" progId="Equation.3">
                  <p:embed/>
                  <p:pic>
                    <p:nvPicPr>
                      <p:cNvPr id="13321"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7850" y="5135563"/>
                        <a:ext cx="1598613" cy="917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2" name="Object 10"/>
          <p:cNvGraphicFramePr>
            <a:graphicFrameLocks noChangeAspect="1"/>
          </p:cNvGraphicFramePr>
          <p:nvPr/>
        </p:nvGraphicFramePr>
        <p:xfrm>
          <a:off x="709613" y="1806575"/>
          <a:ext cx="4044950" cy="1057275"/>
        </p:xfrm>
        <a:graphic>
          <a:graphicData uri="http://schemas.openxmlformats.org/presentationml/2006/ole">
            <mc:AlternateContent xmlns:mc="http://schemas.openxmlformats.org/markup-compatibility/2006">
              <mc:Choice xmlns:v="urn:schemas-microsoft-com:vml" Requires="v">
                <p:oleObj r:id="rId12" imgW="1885950" imgH="495300" progId="Word.Picture.8">
                  <p:embed/>
                </p:oleObj>
              </mc:Choice>
              <mc:Fallback>
                <p:oleObj r:id="rId12" imgW="1885950" imgH="495300" progId="Word.Picture.8">
                  <p:embed/>
                  <p:pic>
                    <p:nvPicPr>
                      <p:cNvPr id="13322"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9613" y="1806575"/>
                        <a:ext cx="404495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3" name="Object 11"/>
          <p:cNvGraphicFramePr>
            <a:graphicFrameLocks noChangeAspect="1"/>
          </p:cNvGraphicFramePr>
          <p:nvPr/>
        </p:nvGraphicFramePr>
        <p:xfrm>
          <a:off x="5681663" y="1812925"/>
          <a:ext cx="2613025" cy="1031875"/>
        </p:xfrm>
        <a:graphic>
          <a:graphicData uri="http://schemas.openxmlformats.org/presentationml/2006/ole">
            <mc:AlternateContent xmlns:mc="http://schemas.openxmlformats.org/markup-compatibility/2006">
              <mc:Choice xmlns:v="urn:schemas-microsoft-com:vml" Requires="v">
                <p:oleObj r:id="rId14" imgW="1285875" imgH="504825" progId="Word.Picture.8">
                  <p:embed/>
                </p:oleObj>
              </mc:Choice>
              <mc:Fallback>
                <p:oleObj r:id="rId14" imgW="1285875" imgH="504825" progId="Word.Picture.8">
                  <p:embed/>
                  <p:pic>
                    <p:nvPicPr>
                      <p:cNvPr id="13323"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81663" y="1812925"/>
                        <a:ext cx="2613025"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4" name="Object 12"/>
          <p:cNvGraphicFramePr>
            <a:graphicFrameLocks noChangeAspect="1"/>
          </p:cNvGraphicFramePr>
          <p:nvPr/>
        </p:nvGraphicFramePr>
        <p:xfrm>
          <a:off x="2779713" y="3168650"/>
          <a:ext cx="1282700" cy="763588"/>
        </p:xfrm>
        <a:graphic>
          <a:graphicData uri="http://schemas.openxmlformats.org/presentationml/2006/ole">
            <mc:AlternateContent xmlns:mc="http://schemas.openxmlformats.org/markup-compatibility/2006">
              <mc:Choice xmlns:v="urn:schemas-microsoft-com:vml" Requires="v">
                <p:oleObj name="Ecuación" r:id="rId16" imgW="660113" imgH="393529" progId="Equation.3">
                  <p:embed/>
                </p:oleObj>
              </mc:Choice>
              <mc:Fallback>
                <p:oleObj name="Ecuación" r:id="rId16" imgW="660113" imgH="393529" progId="Equation.3">
                  <p:embed/>
                  <p:pic>
                    <p:nvPicPr>
                      <p:cNvPr id="13324"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79713" y="3168650"/>
                        <a:ext cx="12827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89830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Condensadores en paralelo</a:t>
            </a:r>
            <a:r>
              <a:rPr lang="es-ES" sz="2400" b="1">
                <a:solidFill>
                  <a:schemeClr val="tx2"/>
                </a:solidFill>
                <a:latin typeface="Arial" charset="0"/>
              </a:rPr>
              <a:t> </a:t>
            </a:r>
          </a:p>
        </p:txBody>
      </p:sp>
      <p:sp>
        <p:nvSpPr>
          <p:cNvPr id="14339"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4340"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4341" name="Rectangle 5"/>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4342" name="Rectangle 6"/>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4343" name="Rectangle 7"/>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4344" name="Rectangle 8"/>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4345" name="Object 9"/>
          <p:cNvGraphicFramePr>
            <a:graphicFrameLocks noChangeAspect="1"/>
          </p:cNvGraphicFramePr>
          <p:nvPr/>
        </p:nvGraphicFramePr>
        <p:xfrm>
          <a:off x="1204913" y="3227388"/>
          <a:ext cx="1495425" cy="785812"/>
        </p:xfrm>
        <a:graphic>
          <a:graphicData uri="http://schemas.openxmlformats.org/presentationml/2006/ole">
            <mc:AlternateContent xmlns:mc="http://schemas.openxmlformats.org/markup-compatibility/2006">
              <mc:Choice xmlns:v="urn:schemas-microsoft-com:vml" Requires="v">
                <p:oleObj name="Ecuación" r:id="rId2" imgW="748975" imgH="393529" progId="Equation.3">
                  <p:embed/>
                </p:oleObj>
              </mc:Choice>
              <mc:Fallback>
                <p:oleObj name="Ecuación" r:id="rId2" imgW="748975" imgH="393529" progId="Equation.3">
                  <p:embed/>
                  <p:pic>
                    <p:nvPicPr>
                      <p:cNvPr id="14345"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3227388"/>
                        <a:ext cx="14954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6" name="Object 10"/>
          <p:cNvGraphicFramePr>
            <a:graphicFrameLocks noChangeAspect="1"/>
          </p:cNvGraphicFramePr>
          <p:nvPr/>
        </p:nvGraphicFramePr>
        <p:xfrm>
          <a:off x="1468438" y="4137025"/>
          <a:ext cx="2676525" cy="666750"/>
        </p:xfrm>
        <a:graphic>
          <a:graphicData uri="http://schemas.openxmlformats.org/presentationml/2006/ole">
            <mc:AlternateContent xmlns:mc="http://schemas.openxmlformats.org/markup-compatibility/2006">
              <mc:Choice xmlns:v="urn:schemas-microsoft-com:vml" Requires="v">
                <p:oleObj name="Ecuación" r:id="rId4" imgW="1586811" imgH="393529" progId="Equation.3">
                  <p:embed/>
                </p:oleObj>
              </mc:Choice>
              <mc:Fallback>
                <p:oleObj name="Ecuación" r:id="rId4" imgW="1586811" imgH="393529" progId="Equation.3">
                  <p:embed/>
                  <p:pic>
                    <p:nvPicPr>
                      <p:cNvPr id="14346"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8438" y="4137025"/>
                        <a:ext cx="26765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7" name="Line 11"/>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aphicFrame>
        <p:nvGraphicFramePr>
          <p:cNvPr id="14348" name="Object 12"/>
          <p:cNvGraphicFramePr>
            <a:graphicFrameLocks noChangeAspect="1"/>
          </p:cNvGraphicFramePr>
          <p:nvPr/>
        </p:nvGraphicFramePr>
        <p:xfrm>
          <a:off x="2625725" y="5178425"/>
          <a:ext cx="1641475" cy="482600"/>
        </p:xfrm>
        <a:graphic>
          <a:graphicData uri="http://schemas.openxmlformats.org/presentationml/2006/ole">
            <mc:AlternateContent xmlns:mc="http://schemas.openxmlformats.org/markup-compatibility/2006">
              <mc:Choice xmlns:v="urn:schemas-microsoft-com:vml" Requires="v">
                <p:oleObj name="Ecuación" r:id="rId6" imgW="825500" imgH="241300" progId="Equation.3">
                  <p:embed/>
                </p:oleObj>
              </mc:Choice>
              <mc:Fallback>
                <p:oleObj name="Ecuación" r:id="rId6" imgW="825500" imgH="241300" progId="Equation.3">
                  <p:embed/>
                  <p:pic>
                    <p:nvPicPr>
                      <p:cNvPr id="14348"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5725" y="5178425"/>
                        <a:ext cx="16414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349" name="Rectangle 13"/>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4350" name="Object 14"/>
          <p:cNvGraphicFramePr>
            <a:graphicFrameLocks noChangeAspect="1"/>
          </p:cNvGraphicFramePr>
          <p:nvPr/>
        </p:nvGraphicFramePr>
        <p:xfrm>
          <a:off x="5126038" y="5180013"/>
          <a:ext cx="1439862" cy="685800"/>
        </p:xfrm>
        <a:graphic>
          <a:graphicData uri="http://schemas.openxmlformats.org/presentationml/2006/ole">
            <mc:AlternateContent xmlns:mc="http://schemas.openxmlformats.org/markup-compatibility/2006">
              <mc:Choice xmlns:v="urn:schemas-microsoft-com:vml" Requires="v">
                <p:oleObj name="Ecuación" r:id="rId8" imgW="723586" imgH="342751" progId="Equation.3">
                  <p:embed/>
                </p:oleObj>
              </mc:Choice>
              <mc:Fallback>
                <p:oleObj name="Ecuación" r:id="rId8" imgW="723586" imgH="342751" progId="Equation.3">
                  <p:embed/>
                  <p:pic>
                    <p:nvPicPr>
                      <p:cNvPr id="1435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6038" y="5180013"/>
                        <a:ext cx="1439862"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1" name="Rectangle 15"/>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Capacidad equivalente</a:t>
            </a:r>
            <a:r>
              <a:rPr lang="es-ES" sz="1600">
                <a:solidFill>
                  <a:schemeClr val="tx2"/>
                </a:solidFill>
                <a:latin typeface="Arial" charset="0"/>
              </a:rPr>
              <a:t> </a:t>
            </a:r>
          </a:p>
        </p:txBody>
      </p:sp>
      <p:sp>
        <p:nvSpPr>
          <p:cNvPr id="14352" name="Rectangle 16"/>
          <p:cNvSpPr>
            <a:spLocks noChangeArrowheads="1"/>
          </p:cNvSpPr>
          <p:nvPr/>
        </p:nvSpPr>
        <p:spPr bwMode="auto">
          <a:xfrm>
            <a:off x="3405188" y="2767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4353" name="Object 17"/>
          <p:cNvGraphicFramePr>
            <a:graphicFrameLocks noChangeAspect="1"/>
          </p:cNvGraphicFramePr>
          <p:nvPr/>
        </p:nvGraphicFramePr>
        <p:xfrm>
          <a:off x="973138" y="1282700"/>
          <a:ext cx="3678237" cy="2087563"/>
        </p:xfrm>
        <a:graphic>
          <a:graphicData uri="http://schemas.openxmlformats.org/presentationml/2006/ole">
            <mc:AlternateContent xmlns:mc="http://schemas.openxmlformats.org/markup-compatibility/2006">
              <mc:Choice xmlns:v="urn:schemas-microsoft-com:vml" Requires="v">
                <p:oleObj r:id="rId10" imgW="1752600" imgH="990600" progId="Word.Picture.8">
                  <p:embed/>
                </p:oleObj>
              </mc:Choice>
              <mc:Fallback>
                <p:oleObj r:id="rId10" imgW="1752600" imgH="990600" progId="Word.Picture.8">
                  <p:embed/>
                  <p:pic>
                    <p:nvPicPr>
                      <p:cNvPr id="14353"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3138" y="1282700"/>
                        <a:ext cx="3678237"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4" name="Rectangle 18"/>
          <p:cNvSpPr>
            <a:spLocks noChangeArrowheads="1"/>
          </p:cNvSpPr>
          <p:nvPr/>
        </p:nvSpPr>
        <p:spPr bwMode="auto">
          <a:xfrm>
            <a:off x="371475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4355" name="Object 19"/>
          <p:cNvGraphicFramePr>
            <a:graphicFrameLocks noChangeAspect="1"/>
          </p:cNvGraphicFramePr>
          <p:nvPr/>
        </p:nvGraphicFramePr>
        <p:xfrm>
          <a:off x="5611813" y="1735138"/>
          <a:ext cx="2835275" cy="1149350"/>
        </p:xfrm>
        <a:graphic>
          <a:graphicData uri="http://schemas.openxmlformats.org/presentationml/2006/ole">
            <mc:AlternateContent xmlns:mc="http://schemas.openxmlformats.org/markup-compatibility/2006">
              <mc:Choice xmlns:v="urn:schemas-microsoft-com:vml" Requires="v">
                <p:oleObj r:id="rId12" imgW="1285875" imgH="523875" progId="Word.Picture.8">
                  <p:embed/>
                </p:oleObj>
              </mc:Choice>
              <mc:Fallback>
                <p:oleObj r:id="rId12" imgW="1285875" imgH="523875" progId="Word.Picture.8">
                  <p:embed/>
                  <p:pic>
                    <p:nvPicPr>
                      <p:cNvPr id="14355"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11813" y="1735138"/>
                        <a:ext cx="2835275"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6" name="Object 20"/>
          <p:cNvGraphicFramePr>
            <a:graphicFrameLocks noChangeAspect="1"/>
          </p:cNvGraphicFramePr>
          <p:nvPr/>
        </p:nvGraphicFramePr>
        <p:xfrm>
          <a:off x="2874963" y="3227388"/>
          <a:ext cx="1571625" cy="785812"/>
        </p:xfrm>
        <a:graphic>
          <a:graphicData uri="http://schemas.openxmlformats.org/presentationml/2006/ole">
            <mc:AlternateContent xmlns:mc="http://schemas.openxmlformats.org/markup-compatibility/2006">
              <mc:Choice xmlns:v="urn:schemas-microsoft-com:vml" Requires="v">
                <p:oleObj name="Ecuación" r:id="rId14" imgW="787058" imgH="393529" progId="Equation.3">
                  <p:embed/>
                </p:oleObj>
              </mc:Choice>
              <mc:Fallback>
                <p:oleObj name="Ecuación" r:id="rId14" imgW="787058" imgH="393529" progId="Equation.3">
                  <p:embed/>
                  <p:pic>
                    <p:nvPicPr>
                      <p:cNvPr id="14356"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74963" y="3227388"/>
                        <a:ext cx="15716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7" name="Object 21"/>
          <p:cNvGraphicFramePr>
            <a:graphicFrameLocks noChangeAspect="1"/>
          </p:cNvGraphicFramePr>
          <p:nvPr/>
        </p:nvGraphicFramePr>
        <p:xfrm>
          <a:off x="6364288" y="3963988"/>
          <a:ext cx="1304925" cy="666750"/>
        </p:xfrm>
        <a:graphic>
          <a:graphicData uri="http://schemas.openxmlformats.org/presentationml/2006/ole">
            <mc:AlternateContent xmlns:mc="http://schemas.openxmlformats.org/markup-compatibility/2006">
              <mc:Choice xmlns:v="urn:schemas-microsoft-com:vml" Requires="v">
                <p:oleObj name="Ecuación" r:id="rId16" imgW="774364" imgH="393529" progId="Equation.3">
                  <p:embed/>
                </p:oleObj>
              </mc:Choice>
              <mc:Fallback>
                <p:oleObj name="Ecuación" r:id="rId16" imgW="774364" imgH="393529" progId="Equation.3">
                  <p:embed/>
                  <p:pic>
                    <p:nvPicPr>
                      <p:cNvPr id="14357"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64288" y="3963988"/>
                        <a:ext cx="13049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11054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Generadores de tensión en serie</a:t>
            </a:r>
            <a:r>
              <a:rPr lang="es-ES" sz="2400" b="1">
                <a:solidFill>
                  <a:schemeClr val="tx2"/>
                </a:solidFill>
                <a:latin typeface="Arial" charset="0"/>
              </a:rPr>
              <a:t> </a:t>
            </a:r>
          </a:p>
        </p:txBody>
      </p:sp>
      <p:sp>
        <p:nvSpPr>
          <p:cNvPr id="15363"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64"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65" name="Rectangle 5"/>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66" name="Rectangle 6"/>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67" name="Rectangle 7"/>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68" name="Rectangle 8"/>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5369" name="Object 9"/>
          <p:cNvGraphicFramePr>
            <a:graphicFrameLocks noChangeAspect="1"/>
          </p:cNvGraphicFramePr>
          <p:nvPr/>
        </p:nvGraphicFramePr>
        <p:xfrm>
          <a:off x="1490663" y="3421063"/>
          <a:ext cx="844550" cy="434975"/>
        </p:xfrm>
        <a:graphic>
          <a:graphicData uri="http://schemas.openxmlformats.org/presentationml/2006/ole">
            <mc:AlternateContent xmlns:mc="http://schemas.openxmlformats.org/markup-compatibility/2006">
              <mc:Choice xmlns:v="urn:schemas-microsoft-com:vml" Requires="v">
                <p:oleObj name="Ecuación" r:id="rId2" imgW="418918" imgH="215806" progId="Equation.3">
                  <p:embed/>
                </p:oleObj>
              </mc:Choice>
              <mc:Fallback>
                <p:oleObj name="Ecuación" r:id="rId2" imgW="418918" imgH="215806" progId="Equation.3">
                  <p:embed/>
                  <p:pic>
                    <p:nvPicPr>
                      <p:cNvPr id="1536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3" y="3421063"/>
                        <a:ext cx="8445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0" name="Object 10"/>
          <p:cNvGraphicFramePr>
            <a:graphicFrameLocks noChangeAspect="1"/>
          </p:cNvGraphicFramePr>
          <p:nvPr/>
        </p:nvGraphicFramePr>
        <p:xfrm>
          <a:off x="6486525" y="3956050"/>
          <a:ext cx="1077913" cy="442913"/>
        </p:xfrm>
        <a:graphic>
          <a:graphicData uri="http://schemas.openxmlformats.org/presentationml/2006/ole">
            <mc:AlternateContent xmlns:mc="http://schemas.openxmlformats.org/markup-compatibility/2006">
              <mc:Choice xmlns:v="urn:schemas-microsoft-com:vml" Requires="v">
                <p:oleObj name="Ecuación" r:id="rId4" imgW="558800" imgH="228600" progId="Equation.3">
                  <p:embed/>
                </p:oleObj>
              </mc:Choice>
              <mc:Fallback>
                <p:oleObj name="Ecuación" r:id="rId4" imgW="558800" imgH="228600" progId="Equation.3">
                  <p:embed/>
                  <p:pic>
                    <p:nvPicPr>
                      <p:cNvPr id="1537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6525" y="3956050"/>
                        <a:ext cx="107791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1" name="Line 11"/>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aphicFrame>
        <p:nvGraphicFramePr>
          <p:cNvPr id="15372" name="Object 12"/>
          <p:cNvGraphicFramePr>
            <a:graphicFrameLocks noChangeAspect="1"/>
          </p:cNvGraphicFramePr>
          <p:nvPr/>
        </p:nvGraphicFramePr>
        <p:xfrm>
          <a:off x="2701925" y="5191125"/>
          <a:ext cx="1489075" cy="457200"/>
        </p:xfrm>
        <a:graphic>
          <a:graphicData uri="http://schemas.openxmlformats.org/presentationml/2006/ole">
            <mc:AlternateContent xmlns:mc="http://schemas.openxmlformats.org/markup-compatibility/2006">
              <mc:Choice xmlns:v="urn:schemas-microsoft-com:vml" Requires="v">
                <p:oleObj name="Ecuación" r:id="rId6" imgW="749300" imgH="228600" progId="Equation.3">
                  <p:embed/>
                </p:oleObj>
              </mc:Choice>
              <mc:Fallback>
                <p:oleObj name="Ecuación" r:id="rId6" imgW="749300" imgH="228600" progId="Equation.3">
                  <p:embed/>
                  <p:pic>
                    <p:nvPicPr>
                      <p:cNvPr id="15372"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1925" y="5191125"/>
                        <a:ext cx="1489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373" name="Rectangle 13"/>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5374" name="Object 14"/>
          <p:cNvGraphicFramePr>
            <a:graphicFrameLocks noChangeAspect="1"/>
          </p:cNvGraphicFramePr>
          <p:nvPr/>
        </p:nvGraphicFramePr>
        <p:xfrm>
          <a:off x="5176838" y="5180013"/>
          <a:ext cx="1338262" cy="685800"/>
        </p:xfrm>
        <a:graphic>
          <a:graphicData uri="http://schemas.openxmlformats.org/presentationml/2006/ole">
            <mc:AlternateContent xmlns:mc="http://schemas.openxmlformats.org/markup-compatibility/2006">
              <mc:Choice xmlns:v="urn:schemas-microsoft-com:vml" Requires="v">
                <p:oleObj name="Ecuación" r:id="rId8" imgW="672808" imgH="342751" progId="Equation.3">
                  <p:embed/>
                </p:oleObj>
              </mc:Choice>
              <mc:Fallback>
                <p:oleObj name="Ecuación" r:id="rId8" imgW="672808" imgH="342751" progId="Equation.3">
                  <p:embed/>
                  <p:pic>
                    <p:nvPicPr>
                      <p:cNvPr id="15374"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76838" y="5180013"/>
                        <a:ext cx="1338262"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5" name="Rectangle 15"/>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Generador equivalente</a:t>
            </a:r>
            <a:r>
              <a:rPr lang="es-ES" sz="1600">
                <a:solidFill>
                  <a:schemeClr val="tx2"/>
                </a:solidFill>
                <a:latin typeface="Arial" charset="0"/>
              </a:rPr>
              <a:t> </a:t>
            </a:r>
          </a:p>
        </p:txBody>
      </p:sp>
      <p:sp>
        <p:nvSpPr>
          <p:cNvPr id="15376" name="Rectangle 16"/>
          <p:cNvSpPr>
            <a:spLocks noChangeArrowheads="1"/>
          </p:cNvSpPr>
          <p:nvPr/>
        </p:nvSpPr>
        <p:spPr bwMode="auto">
          <a:xfrm>
            <a:off x="3309938"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77" name="Rectangle 17"/>
          <p:cNvSpPr>
            <a:spLocks noChangeArrowheads="1"/>
          </p:cNvSpPr>
          <p:nvPr/>
        </p:nvSpPr>
        <p:spPr bwMode="auto">
          <a:xfrm>
            <a:off x="368141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5378" name="Object 18"/>
          <p:cNvGraphicFramePr>
            <a:graphicFrameLocks noChangeAspect="1"/>
          </p:cNvGraphicFramePr>
          <p:nvPr/>
        </p:nvGraphicFramePr>
        <p:xfrm>
          <a:off x="2867025" y="3421063"/>
          <a:ext cx="919163" cy="434975"/>
        </p:xfrm>
        <a:graphic>
          <a:graphicData uri="http://schemas.openxmlformats.org/presentationml/2006/ole">
            <mc:AlternateContent xmlns:mc="http://schemas.openxmlformats.org/markup-compatibility/2006">
              <mc:Choice xmlns:v="urn:schemas-microsoft-com:vml" Requires="v">
                <p:oleObj name="Ecuación" r:id="rId10" imgW="457002" imgH="215806" progId="Equation.3">
                  <p:embed/>
                </p:oleObj>
              </mc:Choice>
              <mc:Fallback>
                <p:oleObj name="Ecuación" r:id="rId10" imgW="457002" imgH="215806" progId="Equation.3">
                  <p:embed/>
                  <p:pic>
                    <p:nvPicPr>
                      <p:cNvPr id="15378"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67025" y="3421063"/>
                        <a:ext cx="91916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9" name="Rectangle 19"/>
          <p:cNvSpPr>
            <a:spLocks noChangeArrowheads="1"/>
          </p:cNvSpPr>
          <p:nvPr/>
        </p:nvSpPr>
        <p:spPr bwMode="auto">
          <a:xfrm>
            <a:off x="3448050" y="2700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80" name="Rectangle 20"/>
          <p:cNvSpPr>
            <a:spLocks noChangeArrowheads="1"/>
          </p:cNvSpPr>
          <p:nvPr/>
        </p:nvSpPr>
        <p:spPr bwMode="auto">
          <a:xfrm>
            <a:off x="3757613" y="3052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5381" name="Rectangle 21"/>
          <p:cNvSpPr>
            <a:spLocks noChangeArrowheads="1"/>
          </p:cNvSpPr>
          <p:nvPr/>
        </p:nvSpPr>
        <p:spPr bwMode="auto">
          <a:xfrm>
            <a:off x="3309938"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5382" name="Object 22"/>
          <p:cNvGraphicFramePr>
            <a:graphicFrameLocks noChangeAspect="1"/>
          </p:cNvGraphicFramePr>
          <p:nvPr/>
        </p:nvGraphicFramePr>
        <p:xfrm>
          <a:off x="825500" y="1738313"/>
          <a:ext cx="3968750" cy="1138237"/>
        </p:xfrm>
        <a:graphic>
          <a:graphicData uri="http://schemas.openxmlformats.org/presentationml/2006/ole">
            <mc:AlternateContent xmlns:mc="http://schemas.openxmlformats.org/markup-compatibility/2006">
              <mc:Choice xmlns:v="urn:schemas-microsoft-com:vml" Requires="v">
                <p:oleObj r:id="rId12" imgW="1895475" imgH="542925" progId="Word.Picture.8">
                  <p:embed/>
                </p:oleObj>
              </mc:Choice>
              <mc:Fallback>
                <p:oleObj r:id="rId12" imgW="1895475" imgH="542925" progId="Word.Picture.8">
                  <p:embed/>
                  <p:pic>
                    <p:nvPicPr>
                      <p:cNvPr id="15382"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5500" y="1738313"/>
                        <a:ext cx="396875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3" name="Rectangle 23"/>
          <p:cNvSpPr>
            <a:spLocks noChangeArrowheads="1"/>
          </p:cNvSpPr>
          <p:nvPr/>
        </p:nvSpPr>
        <p:spPr bwMode="auto">
          <a:xfrm>
            <a:off x="368141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5384" name="Object 24"/>
          <p:cNvGraphicFramePr>
            <a:graphicFrameLocks noChangeAspect="1"/>
          </p:cNvGraphicFramePr>
          <p:nvPr/>
        </p:nvGraphicFramePr>
        <p:xfrm>
          <a:off x="5597525" y="1751013"/>
          <a:ext cx="2763838" cy="1138237"/>
        </p:xfrm>
        <a:graphic>
          <a:graphicData uri="http://schemas.openxmlformats.org/presentationml/2006/ole">
            <mc:AlternateContent xmlns:mc="http://schemas.openxmlformats.org/markup-compatibility/2006">
              <mc:Choice xmlns:v="urn:schemas-microsoft-com:vml" Requires="v">
                <p:oleObj r:id="rId14" imgW="1333500" imgH="552450" progId="Word.Picture.8">
                  <p:embed/>
                </p:oleObj>
              </mc:Choice>
              <mc:Fallback>
                <p:oleObj r:id="rId14" imgW="1333500" imgH="552450" progId="Word.Picture.8">
                  <p:embed/>
                  <p:pic>
                    <p:nvPicPr>
                      <p:cNvPr id="15384"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97525" y="1751013"/>
                        <a:ext cx="2763838"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5" name="Object 25"/>
          <p:cNvGraphicFramePr>
            <a:graphicFrameLocks noChangeAspect="1"/>
          </p:cNvGraphicFramePr>
          <p:nvPr/>
        </p:nvGraphicFramePr>
        <p:xfrm>
          <a:off x="1809750" y="4059238"/>
          <a:ext cx="1587500" cy="434975"/>
        </p:xfrm>
        <a:graphic>
          <a:graphicData uri="http://schemas.openxmlformats.org/presentationml/2006/ole">
            <mc:AlternateContent xmlns:mc="http://schemas.openxmlformats.org/markup-compatibility/2006">
              <mc:Choice xmlns:v="urn:schemas-microsoft-com:vml" Requires="v">
                <p:oleObj name="Ecuación" r:id="rId16" imgW="787058" imgH="215806" progId="Equation.3">
                  <p:embed/>
                </p:oleObj>
              </mc:Choice>
              <mc:Fallback>
                <p:oleObj name="Ecuación" r:id="rId16" imgW="787058" imgH="215806" progId="Equation.3">
                  <p:embed/>
                  <p:pic>
                    <p:nvPicPr>
                      <p:cNvPr id="15385"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09750" y="4059238"/>
                        <a:ext cx="15875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40384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Generadores de tensión en paralelo</a:t>
            </a:r>
            <a:r>
              <a:rPr lang="es-ES" sz="2400" b="1">
                <a:solidFill>
                  <a:schemeClr val="tx2"/>
                </a:solidFill>
                <a:latin typeface="Arial" charset="0"/>
              </a:rPr>
              <a:t> </a:t>
            </a:r>
          </a:p>
        </p:txBody>
      </p:sp>
      <p:sp>
        <p:nvSpPr>
          <p:cNvPr id="16387"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6388"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6389" name="Rectangle 5"/>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6390" name="Rectangle 6"/>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6391" name="Rectangle 7"/>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6392" name="Rectangle 8"/>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6393" name="Object 9"/>
          <p:cNvGraphicFramePr>
            <a:graphicFrameLocks noChangeAspect="1"/>
          </p:cNvGraphicFramePr>
          <p:nvPr/>
        </p:nvGraphicFramePr>
        <p:xfrm>
          <a:off x="1401763" y="3421063"/>
          <a:ext cx="1022350" cy="434975"/>
        </p:xfrm>
        <a:graphic>
          <a:graphicData uri="http://schemas.openxmlformats.org/presentationml/2006/ole">
            <mc:AlternateContent xmlns:mc="http://schemas.openxmlformats.org/markup-compatibility/2006">
              <mc:Choice xmlns:v="urn:schemas-microsoft-com:vml" Requires="v">
                <p:oleObj name="Ecuación" r:id="rId2" imgW="507780" imgH="215806" progId="Equation.3">
                  <p:embed/>
                </p:oleObj>
              </mc:Choice>
              <mc:Fallback>
                <p:oleObj name="Ecuación" r:id="rId2" imgW="507780" imgH="215806" progId="Equation.3">
                  <p:embed/>
                  <p:pic>
                    <p:nvPicPr>
                      <p:cNvPr id="16393"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3421063"/>
                        <a:ext cx="10223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4" name="Object 10"/>
          <p:cNvGraphicFramePr>
            <a:graphicFrameLocks noChangeAspect="1"/>
          </p:cNvGraphicFramePr>
          <p:nvPr/>
        </p:nvGraphicFramePr>
        <p:xfrm>
          <a:off x="6486525" y="3943350"/>
          <a:ext cx="1077913" cy="468313"/>
        </p:xfrm>
        <a:graphic>
          <a:graphicData uri="http://schemas.openxmlformats.org/presentationml/2006/ole">
            <mc:AlternateContent xmlns:mc="http://schemas.openxmlformats.org/markup-compatibility/2006">
              <mc:Choice xmlns:v="urn:schemas-microsoft-com:vml" Requires="v">
                <p:oleObj name="Ecuación" r:id="rId4" imgW="558558" imgH="241195" progId="Equation.3">
                  <p:embed/>
                </p:oleObj>
              </mc:Choice>
              <mc:Fallback>
                <p:oleObj name="Ecuación" r:id="rId4" imgW="558558" imgH="241195" progId="Equation.3">
                  <p:embed/>
                  <p:pic>
                    <p:nvPicPr>
                      <p:cNvPr id="16394"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6525" y="3943350"/>
                        <a:ext cx="107791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5" name="Line 11"/>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aphicFrame>
        <p:nvGraphicFramePr>
          <p:cNvPr id="16396" name="Object 12"/>
          <p:cNvGraphicFramePr>
            <a:graphicFrameLocks noChangeAspect="1"/>
          </p:cNvGraphicFramePr>
          <p:nvPr/>
        </p:nvGraphicFramePr>
        <p:xfrm>
          <a:off x="2089150" y="5178425"/>
          <a:ext cx="1539875" cy="482600"/>
        </p:xfrm>
        <a:graphic>
          <a:graphicData uri="http://schemas.openxmlformats.org/presentationml/2006/ole">
            <mc:AlternateContent xmlns:mc="http://schemas.openxmlformats.org/markup-compatibility/2006">
              <mc:Choice xmlns:v="urn:schemas-microsoft-com:vml" Requires="v">
                <p:oleObj name="Ecuación" r:id="rId6" imgW="774364" imgH="241195" progId="Equation.3">
                  <p:embed/>
                </p:oleObj>
              </mc:Choice>
              <mc:Fallback>
                <p:oleObj name="Ecuación" r:id="rId6" imgW="774364" imgH="241195" progId="Equation.3">
                  <p:embed/>
                  <p:pic>
                    <p:nvPicPr>
                      <p:cNvPr id="16396"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9150" y="5178425"/>
                        <a:ext cx="15398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6397" name="Rectangle 13"/>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6398" name="Object 14"/>
          <p:cNvGraphicFramePr>
            <a:graphicFrameLocks noChangeAspect="1"/>
          </p:cNvGraphicFramePr>
          <p:nvPr/>
        </p:nvGraphicFramePr>
        <p:xfrm>
          <a:off x="5365750" y="5281613"/>
          <a:ext cx="958850" cy="482600"/>
        </p:xfrm>
        <a:graphic>
          <a:graphicData uri="http://schemas.openxmlformats.org/presentationml/2006/ole">
            <mc:AlternateContent xmlns:mc="http://schemas.openxmlformats.org/markup-compatibility/2006">
              <mc:Choice xmlns:v="urn:schemas-microsoft-com:vml" Requires="v">
                <p:oleObj name="Ecuación" r:id="rId8" imgW="482391" imgH="241195" progId="Equation.3">
                  <p:embed/>
                </p:oleObj>
              </mc:Choice>
              <mc:Fallback>
                <p:oleObj name="Ecuación" r:id="rId8" imgW="482391" imgH="241195" progId="Equation.3">
                  <p:embed/>
                  <p:pic>
                    <p:nvPicPr>
                      <p:cNvPr id="16398"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5750" y="5281613"/>
                        <a:ext cx="958850" cy="482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9" name="Rectangle 15"/>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Generador equivalente</a:t>
            </a:r>
            <a:r>
              <a:rPr lang="es-ES" sz="1600">
                <a:solidFill>
                  <a:schemeClr val="tx2"/>
                </a:solidFill>
                <a:latin typeface="Arial" charset="0"/>
              </a:rPr>
              <a:t> </a:t>
            </a:r>
          </a:p>
        </p:txBody>
      </p:sp>
      <p:sp>
        <p:nvSpPr>
          <p:cNvPr id="16400" name="Rectangle 16"/>
          <p:cNvSpPr>
            <a:spLocks noChangeArrowheads="1"/>
          </p:cNvSpPr>
          <p:nvPr/>
        </p:nvSpPr>
        <p:spPr bwMode="auto">
          <a:xfrm>
            <a:off x="3309938"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6401" name="Rectangle 17"/>
          <p:cNvSpPr>
            <a:spLocks noChangeArrowheads="1"/>
          </p:cNvSpPr>
          <p:nvPr/>
        </p:nvSpPr>
        <p:spPr bwMode="auto">
          <a:xfrm>
            <a:off x="368141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6402" name="Object 18"/>
          <p:cNvGraphicFramePr>
            <a:graphicFrameLocks noChangeAspect="1"/>
          </p:cNvGraphicFramePr>
          <p:nvPr/>
        </p:nvGraphicFramePr>
        <p:xfrm>
          <a:off x="2803525" y="3421063"/>
          <a:ext cx="1047750" cy="434975"/>
        </p:xfrm>
        <a:graphic>
          <a:graphicData uri="http://schemas.openxmlformats.org/presentationml/2006/ole">
            <mc:AlternateContent xmlns:mc="http://schemas.openxmlformats.org/markup-compatibility/2006">
              <mc:Choice xmlns:v="urn:schemas-microsoft-com:vml" Requires="v">
                <p:oleObj name="Ecuación" r:id="rId10" imgW="520474" imgH="215806" progId="Equation.3">
                  <p:embed/>
                </p:oleObj>
              </mc:Choice>
              <mc:Fallback>
                <p:oleObj name="Ecuación" r:id="rId10" imgW="520474" imgH="215806" progId="Equation.3">
                  <p:embed/>
                  <p:pic>
                    <p:nvPicPr>
                      <p:cNvPr id="16402"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3525" y="3421063"/>
                        <a:ext cx="10477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3" name="Rectangle 19"/>
          <p:cNvSpPr>
            <a:spLocks noChangeArrowheads="1"/>
          </p:cNvSpPr>
          <p:nvPr/>
        </p:nvSpPr>
        <p:spPr bwMode="auto">
          <a:xfrm>
            <a:off x="3448050" y="2700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6404" name="Object 20"/>
          <p:cNvGraphicFramePr>
            <a:graphicFrameLocks noChangeAspect="1"/>
          </p:cNvGraphicFramePr>
          <p:nvPr/>
        </p:nvGraphicFramePr>
        <p:xfrm>
          <a:off x="1084263" y="1338263"/>
          <a:ext cx="3360737" cy="2179637"/>
        </p:xfrm>
        <a:graphic>
          <a:graphicData uri="http://schemas.openxmlformats.org/presentationml/2006/ole">
            <mc:AlternateContent xmlns:mc="http://schemas.openxmlformats.org/markup-compatibility/2006">
              <mc:Choice xmlns:v="urn:schemas-microsoft-com:vml" Requires="v">
                <p:oleObj r:id="rId12" imgW="1685925" imgH="1095375" progId="Word.Picture.8">
                  <p:embed/>
                </p:oleObj>
              </mc:Choice>
              <mc:Fallback>
                <p:oleObj r:id="rId12" imgW="1685925" imgH="1095375" progId="Word.Picture.8">
                  <p:embed/>
                  <p:pic>
                    <p:nvPicPr>
                      <p:cNvPr id="16404"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4263" y="1338263"/>
                        <a:ext cx="3360737" cy="217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5" name="Rectangle 21"/>
          <p:cNvSpPr>
            <a:spLocks noChangeArrowheads="1"/>
          </p:cNvSpPr>
          <p:nvPr/>
        </p:nvSpPr>
        <p:spPr bwMode="auto">
          <a:xfrm>
            <a:off x="3757613" y="3052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6406" name="Object 22"/>
          <p:cNvGraphicFramePr>
            <a:graphicFrameLocks noChangeAspect="1"/>
          </p:cNvGraphicFramePr>
          <p:nvPr/>
        </p:nvGraphicFramePr>
        <p:xfrm>
          <a:off x="5621338" y="1793875"/>
          <a:ext cx="2595562" cy="1198563"/>
        </p:xfrm>
        <a:graphic>
          <a:graphicData uri="http://schemas.openxmlformats.org/presentationml/2006/ole">
            <mc:AlternateContent xmlns:mc="http://schemas.openxmlformats.org/markup-compatibility/2006">
              <mc:Choice xmlns:v="urn:schemas-microsoft-com:vml" Requires="v">
                <p:oleObj r:id="rId14" imgW="1219200" imgH="561975" progId="Word.Picture.8">
                  <p:embed/>
                </p:oleObj>
              </mc:Choice>
              <mc:Fallback>
                <p:oleObj r:id="rId14" imgW="1219200" imgH="561975" progId="Word.Picture.8">
                  <p:embed/>
                  <p:pic>
                    <p:nvPicPr>
                      <p:cNvPr id="16406"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21338" y="1793875"/>
                        <a:ext cx="2595562"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7" name="Rectangle 23"/>
          <p:cNvSpPr>
            <a:spLocks noChangeArrowheads="1"/>
          </p:cNvSpPr>
          <p:nvPr/>
        </p:nvSpPr>
        <p:spPr bwMode="auto">
          <a:xfrm>
            <a:off x="801688" y="4010025"/>
            <a:ext cx="340518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Si   </a:t>
            </a:r>
            <a:r>
              <a:rPr lang="es-ES_tradnl" sz="2400" i="1">
                <a:solidFill>
                  <a:schemeClr val="tx2"/>
                </a:solidFill>
              </a:rPr>
              <a:t>V</a:t>
            </a:r>
            <a:r>
              <a:rPr lang="es-ES_tradnl" sz="2400" i="1" baseline="-25000">
                <a:solidFill>
                  <a:schemeClr val="tx2"/>
                </a:solidFill>
              </a:rPr>
              <a:t>1 </a:t>
            </a:r>
            <a:r>
              <a:rPr lang="es-ES_tradnl" sz="2400" i="1">
                <a:solidFill>
                  <a:schemeClr val="tx2"/>
                </a:solidFill>
                <a:sym typeface="Symbol" pitchFamily="18" charset="2"/>
              </a:rPr>
              <a:t> V</a:t>
            </a:r>
            <a:r>
              <a:rPr lang="es-ES_tradnl" sz="2400" i="1" baseline="-25000">
                <a:solidFill>
                  <a:schemeClr val="tx2"/>
                </a:solidFill>
                <a:sym typeface="Symbol" pitchFamily="18" charset="2"/>
              </a:rPr>
              <a:t>2</a:t>
            </a:r>
            <a:r>
              <a:rPr lang="es-ES_tradnl" sz="1800">
                <a:solidFill>
                  <a:schemeClr val="tx2"/>
                </a:solidFill>
                <a:latin typeface="Arial" charset="0"/>
                <a:sym typeface="Symbol" pitchFamily="18" charset="2"/>
              </a:rPr>
              <a:t>   IMPOSIBLE</a:t>
            </a:r>
            <a:r>
              <a:rPr lang="es-ES" sz="1600">
                <a:solidFill>
                  <a:schemeClr val="tx2"/>
                </a:solidFill>
                <a:latin typeface="Arial" charset="0"/>
              </a:rPr>
              <a:t> </a:t>
            </a:r>
          </a:p>
        </p:txBody>
      </p:sp>
    </p:spTree>
    <p:extLst>
      <p:ext uri="{BB962C8B-B14F-4D97-AF65-F5344CB8AC3E}">
        <p14:creationId xmlns:p14="http://schemas.microsoft.com/office/powerpoint/2010/main" val="313762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Generadores de corriente en serie</a:t>
            </a:r>
            <a:r>
              <a:rPr lang="es-ES" sz="2400" b="1">
                <a:solidFill>
                  <a:schemeClr val="tx2"/>
                </a:solidFill>
                <a:latin typeface="Arial" charset="0"/>
              </a:rPr>
              <a:t> </a:t>
            </a:r>
          </a:p>
        </p:txBody>
      </p:sp>
      <p:sp>
        <p:nvSpPr>
          <p:cNvPr id="17411"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12"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13" name="Rectangle 5"/>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14" name="Rectangle 6"/>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15" name="Rectangle 7"/>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16" name="Rectangle 8"/>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7417" name="Object 9"/>
          <p:cNvGraphicFramePr>
            <a:graphicFrameLocks noChangeAspect="1"/>
          </p:cNvGraphicFramePr>
          <p:nvPr/>
        </p:nvGraphicFramePr>
        <p:xfrm>
          <a:off x="1566863" y="3421063"/>
          <a:ext cx="690562" cy="434975"/>
        </p:xfrm>
        <a:graphic>
          <a:graphicData uri="http://schemas.openxmlformats.org/presentationml/2006/ole">
            <mc:AlternateContent xmlns:mc="http://schemas.openxmlformats.org/markup-compatibility/2006">
              <mc:Choice xmlns:v="urn:schemas-microsoft-com:vml" Requires="v">
                <p:oleObj name="Ecuación" r:id="rId2" imgW="342603" imgH="215713" progId="Equation.3">
                  <p:embed/>
                </p:oleObj>
              </mc:Choice>
              <mc:Fallback>
                <p:oleObj name="Ecuación" r:id="rId2" imgW="342603" imgH="215713" progId="Equation.3">
                  <p:embed/>
                  <p:pic>
                    <p:nvPicPr>
                      <p:cNvPr id="17417"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863" y="3421063"/>
                        <a:ext cx="69056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8" name="Object 10"/>
          <p:cNvGraphicFramePr>
            <a:graphicFrameLocks noChangeAspect="1"/>
          </p:cNvGraphicFramePr>
          <p:nvPr/>
        </p:nvGraphicFramePr>
        <p:xfrm>
          <a:off x="6657975" y="3954463"/>
          <a:ext cx="735013" cy="444500"/>
        </p:xfrm>
        <a:graphic>
          <a:graphicData uri="http://schemas.openxmlformats.org/presentationml/2006/ole">
            <mc:AlternateContent xmlns:mc="http://schemas.openxmlformats.org/markup-compatibility/2006">
              <mc:Choice xmlns:v="urn:schemas-microsoft-com:vml" Requires="v">
                <p:oleObj name="Ecuación" r:id="rId4" imgW="381000" imgH="228600" progId="Equation.3">
                  <p:embed/>
                </p:oleObj>
              </mc:Choice>
              <mc:Fallback>
                <p:oleObj name="Ecuación" r:id="rId4" imgW="381000" imgH="228600" progId="Equation.3">
                  <p:embed/>
                  <p:pic>
                    <p:nvPicPr>
                      <p:cNvPr id="17418"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7975" y="3954463"/>
                        <a:ext cx="7350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9" name="Line 11"/>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aphicFrame>
        <p:nvGraphicFramePr>
          <p:cNvPr id="17420" name="Object 12"/>
          <p:cNvGraphicFramePr>
            <a:graphicFrameLocks noChangeAspect="1"/>
          </p:cNvGraphicFramePr>
          <p:nvPr/>
        </p:nvGraphicFramePr>
        <p:xfrm>
          <a:off x="2125663" y="5191125"/>
          <a:ext cx="1465262" cy="457200"/>
        </p:xfrm>
        <a:graphic>
          <a:graphicData uri="http://schemas.openxmlformats.org/presentationml/2006/ole">
            <mc:AlternateContent xmlns:mc="http://schemas.openxmlformats.org/markup-compatibility/2006">
              <mc:Choice xmlns:v="urn:schemas-microsoft-com:vml" Requires="v">
                <p:oleObj name="Ecuación" r:id="rId6" imgW="736600" imgH="228600" progId="Equation.3">
                  <p:embed/>
                </p:oleObj>
              </mc:Choice>
              <mc:Fallback>
                <p:oleObj name="Ecuación" r:id="rId6" imgW="736600" imgH="228600" progId="Equation.3">
                  <p:embed/>
                  <p:pic>
                    <p:nvPicPr>
                      <p:cNvPr id="1742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5663" y="5191125"/>
                        <a:ext cx="1465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7421" name="Rectangle 13"/>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7422" name="Object 14"/>
          <p:cNvGraphicFramePr>
            <a:graphicFrameLocks noChangeAspect="1"/>
          </p:cNvGraphicFramePr>
          <p:nvPr/>
        </p:nvGraphicFramePr>
        <p:xfrm>
          <a:off x="5391150" y="5294313"/>
          <a:ext cx="908050" cy="457200"/>
        </p:xfrm>
        <a:graphic>
          <a:graphicData uri="http://schemas.openxmlformats.org/presentationml/2006/ole">
            <mc:AlternateContent xmlns:mc="http://schemas.openxmlformats.org/markup-compatibility/2006">
              <mc:Choice xmlns:v="urn:schemas-microsoft-com:vml" Requires="v">
                <p:oleObj name="Ecuación" r:id="rId8" imgW="457200" imgH="228600" progId="Equation.3">
                  <p:embed/>
                </p:oleObj>
              </mc:Choice>
              <mc:Fallback>
                <p:oleObj name="Ecuación" r:id="rId8" imgW="457200" imgH="228600" progId="Equation.3">
                  <p:embed/>
                  <p:pic>
                    <p:nvPicPr>
                      <p:cNvPr id="17422"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1150" y="5294313"/>
                        <a:ext cx="90805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3" name="Rectangle 15"/>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Generador equivalente</a:t>
            </a:r>
            <a:r>
              <a:rPr lang="es-ES" sz="1600">
                <a:solidFill>
                  <a:schemeClr val="tx2"/>
                </a:solidFill>
                <a:latin typeface="Arial" charset="0"/>
              </a:rPr>
              <a:t> </a:t>
            </a:r>
          </a:p>
        </p:txBody>
      </p:sp>
      <p:sp>
        <p:nvSpPr>
          <p:cNvPr id="17424" name="Rectangle 16"/>
          <p:cNvSpPr>
            <a:spLocks noChangeArrowheads="1"/>
          </p:cNvSpPr>
          <p:nvPr/>
        </p:nvSpPr>
        <p:spPr bwMode="auto">
          <a:xfrm>
            <a:off x="3309938"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25" name="Rectangle 17"/>
          <p:cNvSpPr>
            <a:spLocks noChangeArrowheads="1"/>
          </p:cNvSpPr>
          <p:nvPr/>
        </p:nvSpPr>
        <p:spPr bwMode="auto">
          <a:xfrm>
            <a:off x="368141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7426" name="Object 18"/>
          <p:cNvGraphicFramePr>
            <a:graphicFrameLocks noChangeAspect="1"/>
          </p:cNvGraphicFramePr>
          <p:nvPr/>
        </p:nvGraphicFramePr>
        <p:xfrm>
          <a:off x="2968625" y="3421063"/>
          <a:ext cx="715963" cy="434975"/>
        </p:xfrm>
        <a:graphic>
          <a:graphicData uri="http://schemas.openxmlformats.org/presentationml/2006/ole">
            <mc:AlternateContent xmlns:mc="http://schemas.openxmlformats.org/markup-compatibility/2006">
              <mc:Choice xmlns:v="urn:schemas-microsoft-com:vml" Requires="v">
                <p:oleObj name="Ecuación" r:id="rId10" imgW="355292" imgH="215713" progId="Equation.3">
                  <p:embed/>
                </p:oleObj>
              </mc:Choice>
              <mc:Fallback>
                <p:oleObj name="Ecuación" r:id="rId10" imgW="355292" imgH="215713" progId="Equation.3">
                  <p:embed/>
                  <p:pic>
                    <p:nvPicPr>
                      <p:cNvPr id="17426"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8625" y="3421063"/>
                        <a:ext cx="71596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7" name="Rectangle 19"/>
          <p:cNvSpPr>
            <a:spLocks noChangeArrowheads="1"/>
          </p:cNvSpPr>
          <p:nvPr/>
        </p:nvSpPr>
        <p:spPr bwMode="auto">
          <a:xfrm>
            <a:off x="3448050" y="2700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28" name="Rectangle 20"/>
          <p:cNvSpPr>
            <a:spLocks noChangeArrowheads="1"/>
          </p:cNvSpPr>
          <p:nvPr/>
        </p:nvSpPr>
        <p:spPr bwMode="auto">
          <a:xfrm>
            <a:off x="3757613" y="3052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7429" name="Rectangle 21"/>
          <p:cNvSpPr>
            <a:spLocks noChangeArrowheads="1"/>
          </p:cNvSpPr>
          <p:nvPr/>
        </p:nvSpPr>
        <p:spPr bwMode="auto">
          <a:xfrm>
            <a:off x="801688" y="4010025"/>
            <a:ext cx="340518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Si   </a:t>
            </a:r>
            <a:r>
              <a:rPr lang="es-ES_tradnl" sz="2400" i="1">
                <a:solidFill>
                  <a:schemeClr val="tx2"/>
                </a:solidFill>
              </a:rPr>
              <a:t>I</a:t>
            </a:r>
            <a:r>
              <a:rPr lang="es-ES_tradnl" sz="2400" i="1" baseline="-25000">
                <a:solidFill>
                  <a:schemeClr val="tx2"/>
                </a:solidFill>
              </a:rPr>
              <a:t>1 </a:t>
            </a:r>
            <a:r>
              <a:rPr lang="es-ES_tradnl" sz="2400" i="1">
                <a:solidFill>
                  <a:schemeClr val="tx2"/>
                </a:solidFill>
                <a:sym typeface="Symbol" pitchFamily="18" charset="2"/>
              </a:rPr>
              <a:t> I</a:t>
            </a:r>
            <a:r>
              <a:rPr lang="es-ES_tradnl" sz="2400" i="1" baseline="-25000">
                <a:solidFill>
                  <a:schemeClr val="tx2"/>
                </a:solidFill>
                <a:sym typeface="Symbol" pitchFamily="18" charset="2"/>
              </a:rPr>
              <a:t>2</a:t>
            </a:r>
            <a:r>
              <a:rPr lang="es-ES_tradnl" sz="1800">
                <a:solidFill>
                  <a:schemeClr val="tx2"/>
                </a:solidFill>
                <a:latin typeface="Arial" charset="0"/>
                <a:sym typeface="Symbol" pitchFamily="18" charset="2"/>
              </a:rPr>
              <a:t>   IMPOSIBLE</a:t>
            </a:r>
            <a:r>
              <a:rPr lang="es-ES" sz="1600">
                <a:solidFill>
                  <a:schemeClr val="tx2"/>
                </a:solidFill>
                <a:latin typeface="Arial" charset="0"/>
              </a:rPr>
              <a:t> </a:t>
            </a:r>
          </a:p>
        </p:txBody>
      </p:sp>
      <p:sp>
        <p:nvSpPr>
          <p:cNvPr id="17430" name="Rectangle 22"/>
          <p:cNvSpPr>
            <a:spLocks noChangeArrowheads="1"/>
          </p:cNvSpPr>
          <p:nvPr/>
        </p:nvSpPr>
        <p:spPr bwMode="auto">
          <a:xfrm>
            <a:off x="3314700" y="3052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7431" name="Object 23"/>
          <p:cNvGraphicFramePr>
            <a:graphicFrameLocks noChangeAspect="1"/>
          </p:cNvGraphicFramePr>
          <p:nvPr/>
        </p:nvGraphicFramePr>
        <p:xfrm>
          <a:off x="623888" y="1725613"/>
          <a:ext cx="4170362" cy="1247775"/>
        </p:xfrm>
        <a:graphic>
          <a:graphicData uri="http://schemas.openxmlformats.org/presentationml/2006/ole">
            <mc:AlternateContent xmlns:mc="http://schemas.openxmlformats.org/markup-compatibility/2006">
              <mc:Choice xmlns:v="urn:schemas-microsoft-com:vml" Requires="v">
                <p:oleObj r:id="rId12" imgW="1885950" imgH="561975" progId="Word.Picture.8">
                  <p:embed/>
                </p:oleObj>
              </mc:Choice>
              <mc:Fallback>
                <p:oleObj r:id="rId12" imgW="1885950" imgH="561975" progId="Word.Picture.8">
                  <p:embed/>
                  <p:pic>
                    <p:nvPicPr>
                      <p:cNvPr id="17431"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3888" y="1725613"/>
                        <a:ext cx="4170362"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2" name="Rectangle 24"/>
          <p:cNvSpPr>
            <a:spLocks noChangeArrowheads="1"/>
          </p:cNvSpPr>
          <p:nvPr/>
        </p:nvSpPr>
        <p:spPr bwMode="auto">
          <a:xfrm>
            <a:off x="3690938"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7433" name="Object 25"/>
          <p:cNvGraphicFramePr>
            <a:graphicFrameLocks noChangeAspect="1"/>
          </p:cNvGraphicFramePr>
          <p:nvPr/>
        </p:nvGraphicFramePr>
        <p:xfrm>
          <a:off x="5605463" y="1785938"/>
          <a:ext cx="2765425" cy="1150937"/>
        </p:xfrm>
        <a:graphic>
          <a:graphicData uri="http://schemas.openxmlformats.org/presentationml/2006/ole">
            <mc:AlternateContent xmlns:mc="http://schemas.openxmlformats.org/markup-compatibility/2006">
              <mc:Choice xmlns:v="urn:schemas-microsoft-com:vml" Requires="v">
                <p:oleObj r:id="rId14" imgW="1323975" imgH="552450" progId="Word.Picture.8">
                  <p:embed/>
                </p:oleObj>
              </mc:Choice>
              <mc:Fallback>
                <p:oleObj r:id="rId14" imgW="1323975" imgH="552450" progId="Word.Picture.8">
                  <p:embed/>
                  <p:pic>
                    <p:nvPicPr>
                      <p:cNvPr id="17433"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05463" y="1785938"/>
                        <a:ext cx="2765425"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69456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701675" y="630238"/>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800" b="1">
                <a:solidFill>
                  <a:schemeClr val="tx2"/>
                </a:solidFill>
                <a:latin typeface="Arial" charset="0"/>
              </a:rPr>
              <a:t>Generadores de corriente en paralelo</a:t>
            </a:r>
            <a:r>
              <a:rPr lang="es-ES" sz="2400" b="1">
                <a:solidFill>
                  <a:schemeClr val="tx2"/>
                </a:solidFill>
                <a:latin typeface="Arial" charset="0"/>
              </a:rPr>
              <a:t> </a:t>
            </a:r>
          </a:p>
        </p:txBody>
      </p:sp>
      <p:sp>
        <p:nvSpPr>
          <p:cNvPr id="18435" name="Rectangle 3"/>
          <p:cNvSpPr>
            <a:spLocks noChangeArrowheads="1"/>
          </p:cNvSpPr>
          <p:nvPr/>
        </p:nvSpPr>
        <p:spPr bwMode="auto">
          <a:xfrm>
            <a:off x="346710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36" name="Rectangle 4"/>
          <p:cNvSpPr>
            <a:spLocks noChangeArrowheads="1"/>
          </p:cNvSpPr>
          <p:nvPr/>
        </p:nvSpPr>
        <p:spPr bwMode="auto">
          <a:xfrm>
            <a:off x="268605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37" name="Rectangle 5"/>
          <p:cNvSpPr>
            <a:spLocks noChangeArrowheads="1"/>
          </p:cNvSpPr>
          <p:nvPr/>
        </p:nvSpPr>
        <p:spPr bwMode="auto">
          <a:xfrm>
            <a:off x="3548063"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38" name="Rectangle 6"/>
          <p:cNvSpPr>
            <a:spLocks noChangeArrowheads="1"/>
          </p:cNvSpPr>
          <p:nvPr/>
        </p:nvSpPr>
        <p:spPr bwMode="auto">
          <a:xfrm>
            <a:off x="371475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39" name="Rectangle 7"/>
          <p:cNvSpPr>
            <a:spLocks noChangeArrowheads="1"/>
          </p:cNvSpPr>
          <p:nvPr/>
        </p:nvSpPr>
        <p:spPr bwMode="auto">
          <a:xfrm>
            <a:off x="3681413"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40" name="Rectangle 8"/>
          <p:cNvSpPr>
            <a:spLocks noChangeArrowheads="1"/>
          </p:cNvSpPr>
          <p:nvPr/>
        </p:nvSpPr>
        <p:spPr bwMode="auto">
          <a:xfrm>
            <a:off x="3314700" y="3014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8441" name="Object 9"/>
          <p:cNvGraphicFramePr>
            <a:graphicFrameLocks noChangeAspect="1"/>
          </p:cNvGraphicFramePr>
          <p:nvPr/>
        </p:nvGraphicFramePr>
        <p:xfrm>
          <a:off x="6645275" y="3943350"/>
          <a:ext cx="758825" cy="468313"/>
        </p:xfrm>
        <a:graphic>
          <a:graphicData uri="http://schemas.openxmlformats.org/presentationml/2006/ole">
            <mc:AlternateContent xmlns:mc="http://schemas.openxmlformats.org/markup-compatibility/2006">
              <mc:Choice xmlns:v="urn:schemas-microsoft-com:vml" Requires="v">
                <p:oleObj name="Ecuación" r:id="rId2" imgW="393529" imgH="241195" progId="Equation.3">
                  <p:embed/>
                </p:oleObj>
              </mc:Choice>
              <mc:Fallback>
                <p:oleObj name="Ecuación" r:id="rId2" imgW="393529" imgH="241195" progId="Equation.3">
                  <p:embed/>
                  <p:pic>
                    <p:nvPicPr>
                      <p:cNvPr id="18441"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5275" y="3943350"/>
                        <a:ext cx="7588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2" name="Line 10"/>
          <p:cNvSpPr>
            <a:spLocks noChangeShapeType="1"/>
          </p:cNvSpPr>
          <p:nvPr/>
        </p:nvSpPr>
        <p:spPr bwMode="auto">
          <a:xfrm>
            <a:off x="5291138" y="1692275"/>
            <a:ext cx="0" cy="282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aphicFrame>
        <p:nvGraphicFramePr>
          <p:cNvPr id="18443" name="Object 11"/>
          <p:cNvGraphicFramePr>
            <a:graphicFrameLocks noChangeAspect="1"/>
          </p:cNvGraphicFramePr>
          <p:nvPr/>
        </p:nvGraphicFramePr>
        <p:xfrm>
          <a:off x="2725738" y="5178425"/>
          <a:ext cx="1439862" cy="482600"/>
        </p:xfrm>
        <a:graphic>
          <a:graphicData uri="http://schemas.openxmlformats.org/presentationml/2006/ole">
            <mc:AlternateContent xmlns:mc="http://schemas.openxmlformats.org/markup-compatibility/2006">
              <mc:Choice xmlns:v="urn:schemas-microsoft-com:vml" Requires="v">
                <p:oleObj name="Ecuación" r:id="rId4" imgW="723586" imgH="241195" progId="Equation.3">
                  <p:embed/>
                </p:oleObj>
              </mc:Choice>
              <mc:Fallback>
                <p:oleObj name="Ecuación" r:id="rId4" imgW="723586" imgH="241195" progId="Equation.3">
                  <p:embed/>
                  <p:pic>
                    <p:nvPicPr>
                      <p:cNvPr id="18443"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5738" y="5178425"/>
                        <a:ext cx="14398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8444" name="Rectangle 12"/>
          <p:cNvSpPr>
            <a:spLocks noChangeArrowheads="1"/>
          </p:cNvSpPr>
          <p:nvPr/>
        </p:nvSpPr>
        <p:spPr bwMode="auto">
          <a:xfrm>
            <a:off x="4252913"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8445" name="Object 13"/>
          <p:cNvGraphicFramePr>
            <a:graphicFrameLocks noChangeAspect="1"/>
          </p:cNvGraphicFramePr>
          <p:nvPr/>
        </p:nvGraphicFramePr>
        <p:xfrm>
          <a:off x="5187950" y="5180013"/>
          <a:ext cx="1314450" cy="685800"/>
        </p:xfrm>
        <a:graphic>
          <a:graphicData uri="http://schemas.openxmlformats.org/presentationml/2006/ole">
            <mc:AlternateContent xmlns:mc="http://schemas.openxmlformats.org/markup-compatibility/2006">
              <mc:Choice xmlns:v="urn:schemas-microsoft-com:vml" Requires="v">
                <p:oleObj name="Ecuación" r:id="rId6" imgW="660113" imgH="342751" progId="Equation.3">
                  <p:embed/>
                </p:oleObj>
              </mc:Choice>
              <mc:Fallback>
                <p:oleObj name="Ecuación" r:id="rId6" imgW="660113" imgH="342751" progId="Equation.3">
                  <p:embed/>
                  <p:pic>
                    <p:nvPicPr>
                      <p:cNvPr id="18445"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7950" y="5180013"/>
                        <a:ext cx="1314450"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6" name="Rectangle 14"/>
          <p:cNvSpPr>
            <a:spLocks noChangeArrowheads="1"/>
          </p:cNvSpPr>
          <p:nvPr/>
        </p:nvSpPr>
        <p:spPr bwMode="auto">
          <a:xfrm>
            <a:off x="5581650" y="1319213"/>
            <a:ext cx="29051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s-ES_tradnl" sz="1800">
                <a:solidFill>
                  <a:schemeClr val="tx2"/>
                </a:solidFill>
                <a:latin typeface="Arial" charset="0"/>
              </a:rPr>
              <a:t>Generador equivalente</a:t>
            </a:r>
            <a:r>
              <a:rPr lang="es-ES" sz="1600">
                <a:solidFill>
                  <a:schemeClr val="tx2"/>
                </a:solidFill>
                <a:latin typeface="Arial" charset="0"/>
              </a:rPr>
              <a:t> </a:t>
            </a:r>
          </a:p>
        </p:txBody>
      </p:sp>
      <p:sp>
        <p:nvSpPr>
          <p:cNvPr id="18447" name="Rectangle 15"/>
          <p:cNvSpPr>
            <a:spLocks noChangeArrowheads="1"/>
          </p:cNvSpPr>
          <p:nvPr/>
        </p:nvSpPr>
        <p:spPr bwMode="auto">
          <a:xfrm>
            <a:off x="3309938"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48" name="Rectangle 16"/>
          <p:cNvSpPr>
            <a:spLocks noChangeArrowheads="1"/>
          </p:cNvSpPr>
          <p:nvPr/>
        </p:nvSpPr>
        <p:spPr bwMode="auto">
          <a:xfrm>
            <a:off x="368141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49" name="Rectangle 17"/>
          <p:cNvSpPr>
            <a:spLocks noChangeArrowheads="1"/>
          </p:cNvSpPr>
          <p:nvPr/>
        </p:nvSpPr>
        <p:spPr bwMode="auto">
          <a:xfrm>
            <a:off x="3448050" y="2700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50" name="Rectangle 18"/>
          <p:cNvSpPr>
            <a:spLocks noChangeArrowheads="1"/>
          </p:cNvSpPr>
          <p:nvPr/>
        </p:nvSpPr>
        <p:spPr bwMode="auto">
          <a:xfrm>
            <a:off x="3757613" y="3052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51" name="Rectangle 19"/>
          <p:cNvSpPr>
            <a:spLocks noChangeArrowheads="1"/>
          </p:cNvSpPr>
          <p:nvPr/>
        </p:nvSpPr>
        <p:spPr bwMode="auto">
          <a:xfrm>
            <a:off x="3309938"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sp>
        <p:nvSpPr>
          <p:cNvPr id="18452" name="Rectangle 20"/>
          <p:cNvSpPr>
            <a:spLocks noChangeArrowheads="1"/>
          </p:cNvSpPr>
          <p:nvPr/>
        </p:nvSpPr>
        <p:spPr bwMode="auto">
          <a:xfrm>
            <a:off x="368141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8453" name="Object 21"/>
          <p:cNvGraphicFramePr>
            <a:graphicFrameLocks noChangeAspect="1"/>
          </p:cNvGraphicFramePr>
          <p:nvPr/>
        </p:nvGraphicFramePr>
        <p:xfrm>
          <a:off x="1989138" y="4059238"/>
          <a:ext cx="1228725" cy="434975"/>
        </p:xfrm>
        <a:graphic>
          <a:graphicData uri="http://schemas.openxmlformats.org/presentationml/2006/ole">
            <mc:AlternateContent xmlns:mc="http://schemas.openxmlformats.org/markup-compatibility/2006">
              <mc:Choice xmlns:v="urn:schemas-microsoft-com:vml" Requires="v">
                <p:oleObj name="Ecuación" r:id="rId8" imgW="609336" imgH="215806" progId="Equation.3">
                  <p:embed/>
                </p:oleObj>
              </mc:Choice>
              <mc:Fallback>
                <p:oleObj name="Ecuación" r:id="rId8" imgW="609336" imgH="215806" progId="Equation.3">
                  <p:embed/>
                  <p:pic>
                    <p:nvPicPr>
                      <p:cNvPr id="18453"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9138" y="4059238"/>
                        <a:ext cx="12287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54" name="Rectangle 22"/>
          <p:cNvSpPr>
            <a:spLocks noChangeArrowheads="1"/>
          </p:cNvSpPr>
          <p:nvPr/>
        </p:nvSpPr>
        <p:spPr bwMode="auto">
          <a:xfrm>
            <a:off x="3529013" y="2747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8455" name="Object 23"/>
          <p:cNvGraphicFramePr>
            <a:graphicFrameLocks noChangeAspect="1"/>
          </p:cNvGraphicFramePr>
          <p:nvPr/>
        </p:nvGraphicFramePr>
        <p:xfrm>
          <a:off x="1184275" y="1333500"/>
          <a:ext cx="3398838" cy="2219325"/>
        </p:xfrm>
        <a:graphic>
          <a:graphicData uri="http://schemas.openxmlformats.org/presentationml/2006/ole">
            <mc:AlternateContent xmlns:mc="http://schemas.openxmlformats.org/markup-compatibility/2006">
              <mc:Choice xmlns:v="urn:schemas-microsoft-com:vml" Requires="v">
                <p:oleObj r:id="rId10" imgW="1562100" imgH="1019175" progId="Word.Picture.8">
                  <p:embed/>
                </p:oleObj>
              </mc:Choice>
              <mc:Fallback>
                <p:oleObj r:id="rId10" imgW="1562100" imgH="1019175" progId="Word.Picture.8">
                  <p:embed/>
                  <p:pic>
                    <p:nvPicPr>
                      <p:cNvPr id="18455"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4275" y="1333500"/>
                        <a:ext cx="3398838"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56" name="Rectangle 24"/>
          <p:cNvSpPr>
            <a:spLocks noChangeArrowheads="1"/>
          </p:cNvSpPr>
          <p:nvPr/>
        </p:nvSpPr>
        <p:spPr bwMode="auto">
          <a:xfrm>
            <a:off x="3752850" y="3048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O"/>
          </a:p>
        </p:txBody>
      </p:sp>
      <p:graphicFrame>
        <p:nvGraphicFramePr>
          <p:cNvPr id="18457" name="Object 25"/>
          <p:cNvGraphicFramePr>
            <a:graphicFrameLocks noChangeAspect="1"/>
          </p:cNvGraphicFramePr>
          <p:nvPr/>
        </p:nvGraphicFramePr>
        <p:xfrm>
          <a:off x="5478463" y="1771650"/>
          <a:ext cx="2751137" cy="1279525"/>
        </p:xfrm>
        <a:graphic>
          <a:graphicData uri="http://schemas.openxmlformats.org/presentationml/2006/ole">
            <mc:AlternateContent xmlns:mc="http://schemas.openxmlformats.org/markup-compatibility/2006">
              <mc:Choice xmlns:v="urn:schemas-microsoft-com:vml" Requires="v">
                <p:oleObj r:id="rId12" imgW="1228725" imgH="571500" progId="Word.Picture.8">
                  <p:embed/>
                </p:oleObj>
              </mc:Choice>
              <mc:Fallback>
                <p:oleObj r:id="rId12" imgW="1228725" imgH="571500" progId="Word.Picture.8">
                  <p:embed/>
                  <p:pic>
                    <p:nvPicPr>
                      <p:cNvPr id="18457"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78463" y="1771650"/>
                        <a:ext cx="2751137"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8" name="Object 26"/>
          <p:cNvGraphicFramePr>
            <a:graphicFrameLocks noChangeAspect="1"/>
          </p:cNvGraphicFramePr>
          <p:nvPr/>
        </p:nvGraphicFramePr>
        <p:xfrm>
          <a:off x="1528763" y="3421063"/>
          <a:ext cx="766762" cy="434975"/>
        </p:xfrm>
        <a:graphic>
          <a:graphicData uri="http://schemas.openxmlformats.org/presentationml/2006/ole">
            <mc:AlternateContent xmlns:mc="http://schemas.openxmlformats.org/markup-compatibility/2006">
              <mc:Choice xmlns:v="urn:schemas-microsoft-com:vml" Requires="v">
                <p:oleObj name="Ecuación" r:id="rId14" imgW="380835" imgH="215806" progId="Equation.3">
                  <p:embed/>
                </p:oleObj>
              </mc:Choice>
              <mc:Fallback>
                <p:oleObj name="Ecuación" r:id="rId14" imgW="380835" imgH="215806" progId="Equation.3">
                  <p:embed/>
                  <p:pic>
                    <p:nvPicPr>
                      <p:cNvPr id="18458"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8763" y="3421063"/>
                        <a:ext cx="76676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9" name="Object 27"/>
          <p:cNvGraphicFramePr>
            <a:graphicFrameLocks noChangeAspect="1"/>
          </p:cNvGraphicFramePr>
          <p:nvPr/>
        </p:nvGraphicFramePr>
        <p:xfrm>
          <a:off x="2917825" y="3421063"/>
          <a:ext cx="819150" cy="434975"/>
        </p:xfrm>
        <a:graphic>
          <a:graphicData uri="http://schemas.openxmlformats.org/presentationml/2006/ole">
            <mc:AlternateContent xmlns:mc="http://schemas.openxmlformats.org/markup-compatibility/2006">
              <mc:Choice xmlns:v="urn:schemas-microsoft-com:vml" Requires="v">
                <p:oleObj name="Ecuación" r:id="rId16" imgW="406048" imgH="215713" progId="Equation.3">
                  <p:embed/>
                </p:oleObj>
              </mc:Choice>
              <mc:Fallback>
                <p:oleObj name="Ecuación" r:id="rId16" imgW="406048" imgH="215713" progId="Equation.3">
                  <p:embed/>
                  <p:pic>
                    <p:nvPicPr>
                      <p:cNvPr id="18459"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17825" y="3421063"/>
                        <a:ext cx="8191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58345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701675" y="441325"/>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400" b="1">
                <a:solidFill>
                  <a:schemeClr val="tx2"/>
                </a:solidFill>
                <a:latin typeface="Arial" charset="0"/>
              </a:rPr>
              <a:t>Divisor de tensión</a:t>
            </a:r>
            <a:endParaRPr lang="es-ES" sz="2400" b="1">
              <a:solidFill>
                <a:schemeClr val="tx2"/>
              </a:solidFill>
              <a:latin typeface="Arial" charset="0"/>
            </a:endParaRPr>
          </a:p>
        </p:txBody>
      </p:sp>
      <p:sp>
        <p:nvSpPr>
          <p:cNvPr id="20483" name="Rectangle 3"/>
          <p:cNvSpPr>
            <a:spLocks noChangeArrowheads="1"/>
          </p:cNvSpPr>
          <p:nvPr/>
        </p:nvSpPr>
        <p:spPr bwMode="auto">
          <a:xfrm>
            <a:off x="2673350" y="1312863"/>
            <a:ext cx="165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0484" name="Rectangle 4"/>
          <p:cNvSpPr>
            <a:spLocks noChangeArrowheads="1"/>
          </p:cNvSpPr>
          <p:nvPr/>
        </p:nvSpPr>
        <p:spPr bwMode="auto">
          <a:xfrm>
            <a:off x="6340475" y="1312863"/>
            <a:ext cx="1460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0485" name="Freeform 5"/>
          <p:cNvSpPr>
            <a:spLocks/>
          </p:cNvSpPr>
          <p:nvPr/>
        </p:nvSpPr>
        <p:spPr bwMode="auto">
          <a:xfrm>
            <a:off x="2371725" y="1835150"/>
            <a:ext cx="1428750" cy="442913"/>
          </a:xfrm>
          <a:custGeom>
            <a:avLst/>
            <a:gdLst>
              <a:gd name="T0" fmla="*/ 0 w 900"/>
              <a:gd name="T1" fmla="*/ 211138 h 279"/>
              <a:gd name="T2" fmla="*/ 566738 w 900"/>
              <a:gd name="T3" fmla="*/ 211138 h 279"/>
              <a:gd name="T4" fmla="*/ 650875 w 900"/>
              <a:gd name="T5" fmla="*/ 0 h 279"/>
              <a:gd name="T6" fmla="*/ 755650 w 900"/>
              <a:gd name="T7" fmla="*/ 442913 h 279"/>
              <a:gd name="T8" fmla="*/ 860425 w 900"/>
              <a:gd name="T9" fmla="*/ 211138 h 279"/>
              <a:gd name="T10" fmla="*/ 1428750 w 900"/>
              <a:gd name="T11" fmla="*/ 211138 h 2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0" h="279">
                <a:moveTo>
                  <a:pt x="0" y="133"/>
                </a:moveTo>
                <a:lnTo>
                  <a:pt x="357" y="133"/>
                </a:lnTo>
                <a:lnTo>
                  <a:pt x="410" y="0"/>
                </a:lnTo>
                <a:lnTo>
                  <a:pt x="476" y="279"/>
                </a:lnTo>
                <a:lnTo>
                  <a:pt x="542" y="133"/>
                </a:lnTo>
                <a:lnTo>
                  <a:pt x="900" y="13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0486" name="Freeform 6"/>
          <p:cNvSpPr>
            <a:spLocks/>
          </p:cNvSpPr>
          <p:nvPr/>
        </p:nvSpPr>
        <p:spPr bwMode="auto">
          <a:xfrm>
            <a:off x="3803650" y="1835150"/>
            <a:ext cx="1428750" cy="442913"/>
          </a:xfrm>
          <a:custGeom>
            <a:avLst/>
            <a:gdLst>
              <a:gd name="T0" fmla="*/ 0 w 900"/>
              <a:gd name="T1" fmla="*/ 211138 h 279"/>
              <a:gd name="T2" fmla="*/ 566738 w 900"/>
              <a:gd name="T3" fmla="*/ 211138 h 279"/>
              <a:gd name="T4" fmla="*/ 650875 w 900"/>
              <a:gd name="T5" fmla="*/ 0 h 279"/>
              <a:gd name="T6" fmla="*/ 755650 w 900"/>
              <a:gd name="T7" fmla="*/ 442913 h 279"/>
              <a:gd name="T8" fmla="*/ 860425 w 900"/>
              <a:gd name="T9" fmla="*/ 211138 h 279"/>
              <a:gd name="T10" fmla="*/ 1428750 w 900"/>
              <a:gd name="T11" fmla="*/ 211138 h 2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0" h="279">
                <a:moveTo>
                  <a:pt x="0" y="133"/>
                </a:moveTo>
                <a:lnTo>
                  <a:pt x="357" y="133"/>
                </a:lnTo>
                <a:lnTo>
                  <a:pt x="410" y="0"/>
                </a:lnTo>
                <a:lnTo>
                  <a:pt x="476" y="279"/>
                </a:lnTo>
                <a:lnTo>
                  <a:pt x="542" y="133"/>
                </a:lnTo>
                <a:lnTo>
                  <a:pt x="900" y="13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0487" name="Freeform 7"/>
          <p:cNvSpPr>
            <a:spLocks/>
          </p:cNvSpPr>
          <p:nvPr/>
        </p:nvSpPr>
        <p:spPr bwMode="auto">
          <a:xfrm>
            <a:off x="5233988" y="1835150"/>
            <a:ext cx="1427162" cy="442913"/>
          </a:xfrm>
          <a:custGeom>
            <a:avLst/>
            <a:gdLst>
              <a:gd name="T0" fmla="*/ 0 w 899"/>
              <a:gd name="T1" fmla="*/ 211138 h 279"/>
              <a:gd name="T2" fmla="*/ 566737 w 899"/>
              <a:gd name="T3" fmla="*/ 211138 h 279"/>
              <a:gd name="T4" fmla="*/ 650875 w 899"/>
              <a:gd name="T5" fmla="*/ 0 h 279"/>
              <a:gd name="T6" fmla="*/ 755650 w 899"/>
              <a:gd name="T7" fmla="*/ 442913 h 279"/>
              <a:gd name="T8" fmla="*/ 860425 w 899"/>
              <a:gd name="T9" fmla="*/ 211138 h 279"/>
              <a:gd name="T10" fmla="*/ 1427162 w 899"/>
              <a:gd name="T11" fmla="*/ 211138 h 2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9" h="279">
                <a:moveTo>
                  <a:pt x="0" y="133"/>
                </a:moveTo>
                <a:lnTo>
                  <a:pt x="357" y="133"/>
                </a:lnTo>
                <a:lnTo>
                  <a:pt x="410" y="0"/>
                </a:lnTo>
                <a:lnTo>
                  <a:pt x="476" y="279"/>
                </a:lnTo>
                <a:lnTo>
                  <a:pt x="542" y="133"/>
                </a:lnTo>
                <a:lnTo>
                  <a:pt x="899" y="13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0488" name="Line 8"/>
          <p:cNvSpPr>
            <a:spLocks noChangeShapeType="1"/>
          </p:cNvSpPr>
          <p:nvPr/>
        </p:nvSpPr>
        <p:spPr bwMode="auto">
          <a:xfrm flipH="1">
            <a:off x="1797050" y="1901825"/>
            <a:ext cx="539750" cy="0"/>
          </a:xfrm>
          <a:prstGeom prst="line">
            <a:avLst/>
          </a:prstGeom>
          <a:noFill/>
          <a:ln w="20638">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s-CO"/>
          </a:p>
        </p:txBody>
      </p:sp>
      <p:sp>
        <p:nvSpPr>
          <p:cNvPr id="20489" name="Rectangle 9"/>
          <p:cNvSpPr>
            <a:spLocks noChangeArrowheads="1"/>
          </p:cNvSpPr>
          <p:nvPr/>
        </p:nvSpPr>
        <p:spPr bwMode="auto">
          <a:xfrm>
            <a:off x="1989138" y="1562100"/>
            <a:ext cx="85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0490" name="Rectangle 10"/>
          <p:cNvSpPr>
            <a:spLocks noChangeArrowheads="1"/>
          </p:cNvSpPr>
          <p:nvPr/>
        </p:nvSpPr>
        <p:spPr bwMode="auto">
          <a:xfrm>
            <a:off x="4129088" y="2193925"/>
            <a:ext cx="293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0491" name="Rectangle 11"/>
          <p:cNvSpPr>
            <a:spLocks noChangeArrowheads="1"/>
          </p:cNvSpPr>
          <p:nvPr/>
        </p:nvSpPr>
        <p:spPr bwMode="auto">
          <a:xfrm>
            <a:off x="4884738" y="2193925"/>
            <a:ext cx="273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0492" name="Rectangle 12"/>
          <p:cNvSpPr>
            <a:spLocks noChangeArrowheads="1"/>
          </p:cNvSpPr>
          <p:nvPr/>
        </p:nvSpPr>
        <p:spPr bwMode="auto">
          <a:xfrm>
            <a:off x="5591175" y="2193925"/>
            <a:ext cx="165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0493" name="Rectangle 13"/>
          <p:cNvSpPr>
            <a:spLocks noChangeArrowheads="1"/>
          </p:cNvSpPr>
          <p:nvPr/>
        </p:nvSpPr>
        <p:spPr bwMode="auto">
          <a:xfrm>
            <a:off x="6346825" y="21939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grpSp>
        <p:nvGrpSpPr>
          <p:cNvPr id="20494" name="Group 14"/>
          <p:cNvGrpSpPr>
            <a:grpSpLocks/>
          </p:cNvGrpSpPr>
          <p:nvPr/>
        </p:nvGrpSpPr>
        <p:grpSpPr bwMode="auto">
          <a:xfrm>
            <a:off x="3173413" y="1671638"/>
            <a:ext cx="255587" cy="368300"/>
            <a:chOff x="1999" y="1053"/>
            <a:chExt cx="161" cy="232"/>
          </a:xfrm>
        </p:grpSpPr>
        <p:sp>
          <p:nvSpPr>
            <p:cNvPr id="20518" name="Rectangle 15"/>
            <p:cNvSpPr>
              <a:spLocks noChangeArrowheads="1"/>
            </p:cNvSpPr>
            <p:nvPr/>
          </p:nvSpPr>
          <p:spPr bwMode="auto">
            <a:xfrm>
              <a:off x="1999" y="1053"/>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0519" name="Rectangle 16"/>
            <p:cNvSpPr>
              <a:spLocks noChangeArrowheads="1"/>
            </p:cNvSpPr>
            <p:nvPr/>
          </p:nvSpPr>
          <p:spPr bwMode="auto">
            <a:xfrm>
              <a:off x="2112" y="117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1</a:t>
              </a:r>
              <a:endParaRPr lang="es-ES"/>
            </a:p>
          </p:txBody>
        </p:sp>
      </p:grpSp>
      <p:grpSp>
        <p:nvGrpSpPr>
          <p:cNvPr id="20495" name="Group 17"/>
          <p:cNvGrpSpPr>
            <a:grpSpLocks/>
          </p:cNvGrpSpPr>
          <p:nvPr/>
        </p:nvGrpSpPr>
        <p:grpSpPr bwMode="auto">
          <a:xfrm>
            <a:off x="4654550" y="1671638"/>
            <a:ext cx="257175" cy="368300"/>
            <a:chOff x="2932" y="1053"/>
            <a:chExt cx="162" cy="232"/>
          </a:xfrm>
        </p:grpSpPr>
        <p:sp>
          <p:nvSpPr>
            <p:cNvPr id="20516" name="Rectangle 18"/>
            <p:cNvSpPr>
              <a:spLocks noChangeArrowheads="1"/>
            </p:cNvSpPr>
            <p:nvPr/>
          </p:nvSpPr>
          <p:spPr bwMode="auto">
            <a:xfrm>
              <a:off x="2932" y="1053"/>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0517" name="Rectangle 19"/>
            <p:cNvSpPr>
              <a:spLocks noChangeArrowheads="1"/>
            </p:cNvSpPr>
            <p:nvPr/>
          </p:nvSpPr>
          <p:spPr bwMode="auto">
            <a:xfrm>
              <a:off x="3046" y="117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2</a:t>
              </a:r>
              <a:endParaRPr lang="es-ES"/>
            </a:p>
          </p:txBody>
        </p:sp>
      </p:grpSp>
      <p:grpSp>
        <p:nvGrpSpPr>
          <p:cNvPr id="20496" name="Group 20"/>
          <p:cNvGrpSpPr>
            <a:grpSpLocks/>
          </p:cNvGrpSpPr>
          <p:nvPr/>
        </p:nvGrpSpPr>
        <p:grpSpPr bwMode="auto">
          <a:xfrm>
            <a:off x="6054725" y="1671638"/>
            <a:ext cx="255588" cy="368300"/>
            <a:chOff x="3814" y="1053"/>
            <a:chExt cx="161" cy="232"/>
          </a:xfrm>
        </p:grpSpPr>
        <p:sp>
          <p:nvSpPr>
            <p:cNvPr id="20514" name="Rectangle 21"/>
            <p:cNvSpPr>
              <a:spLocks noChangeArrowheads="1"/>
            </p:cNvSpPr>
            <p:nvPr/>
          </p:nvSpPr>
          <p:spPr bwMode="auto">
            <a:xfrm>
              <a:off x="3814" y="1053"/>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0515" name="Rectangle 22"/>
            <p:cNvSpPr>
              <a:spLocks noChangeArrowheads="1"/>
            </p:cNvSpPr>
            <p:nvPr/>
          </p:nvSpPr>
          <p:spPr bwMode="auto">
            <a:xfrm>
              <a:off x="3927" y="117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3</a:t>
              </a:r>
              <a:endParaRPr lang="es-ES"/>
            </a:p>
          </p:txBody>
        </p:sp>
      </p:grpSp>
      <p:grpSp>
        <p:nvGrpSpPr>
          <p:cNvPr id="20497" name="Group 23"/>
          <p:cNvGrpSpPr>
            <a:grpSpLocks/>
          </p:cNvGrpSpPr>
          <p:nvPr/>
        </p:nvGrpSpPr>
        <p:grpSpPr bwMode="auto">
          <a:xfrm>
            <a:off x="5911850" y="2257425"/>
            <a:ext cx="231775" cy="349250"/>
            <a:chOff x="3808" y="1422"/>
            <a:chExt cx="146" cy="220"/>
          </a:xfrm>
        </p:grpSpPr>
        <p:sp>
          <p:nvSpPr>
            <p:cNvPr id="20512" name="Rectangle 24"/>
            <p:cNvSpPr>
              <a:spLocks noChangeArrowheads="1"/>
            </p:cNvSpPr>
            <p:nvPr/>
          </p:nvSpPr>
          <p:spPr bwMode="auto">
            <a:xfrm>
              <a:off x="3808" y="1422"/>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0513" name="Rectangle 25"/>
            <p:cNvSpPr>
              <a:spLocks noChangeArrowheads="1"/>
            </p:cNvSpPr>
            <p:nvPr/>
          </p:nvSpPr>
          <p:spPr bwMode="auto">
            <a:xfrm>
              <a:off x="3906" y="152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3</a:t>
              </a:r>
              <a:endParaRPr lang="es-ES"/>
            </a:p>
          </p:txBody>
        </p:sp>
      </p:grpSp>
      <p:grpSp>
        <p:nvGrpSpPr>
          <p:cNvPr id="20498" name="Group 26"/>
          <p:cNvGrpSpPr>
            <a:grpSpLocks/>
          </p:cNvGrpSpPr>
          <p:nvPr/>
        </p:nvGrpSpPr>
        <p:grpSpPr bwMode="auto">
          <a:xfrm>
            <a:off x="4464050" y="2257425"/>
            <a:ext cx="315913" cy="379413"/>
            <a:chOff x="2812" y="1422"/>
            <a:chExt cx="199" cy="239"/>
          </a:xfrm>
        </p:grpSpPr>
        <p:sp>
          <p:nvSpPr>
            <p:cNvPr id="20510" name="Rectangle 27"/>
            <p:cNvSpPr>
              <a:spLocks noChangeArrowheads="1"/>
            </p:cNvSpPr>
            <p:nvPr/>
          </p:nvSpPr>
          <p:spPr bwMode="auto">
            <a:xfrm>
              <a:off x="2812" y="1422"/>
              <a:ext cx="15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0511" name="Rectangle 28"/>
            <p:cNvSpPr>
              <a:spLocks noChangeArrowheads="1"/>
            </p:cNvSpPr>
            <p:nvPr/>
          </p:nvSpPr>
          <p:spPr bwMode="auto">
            <a:xfrm>
              <a:off x="2918" y="1527"/>
              <a:ext cx="9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2</a:t>
              </a:r>
              <a:endParaRPr lang="es-ES"/>
            </a:p>
          </p:txBody>
        </p:sp>
      </p:grpSp>
      <p:sp>
        <p:nvSpPr>
          <p:cNvPr id="20499" name="Rectangle 29"/>
          <p:cNvSpPr>
            <a:spLocks noChangeArrowheads="1"/>
          </p:cNvSpPr>
          <p:nvPr/>
        </p:nvSpPr>
        <p:spPr bwMode="auto">
          <a:xfrm>
            <a:off x="4397375" y="1292225"/>
            <a:ext cx="155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graphicFrame>
        <p:nvGraphicFramePr>
          <p:cNvPr id="20500" name="Object 30"/>
          <p:cNvGraphicFramePr>
            <a:graphicFrameLocks noChangeAspect="1"/>
          </p:cNvGraphicFramePr>
          <p:nvPr/>
        </p:nvGraphicFramePr>
        <p:xfrm>
          <a:off x="1690688" y="3459163"/>
          <a:ext cx="2668587" cy="833437"/>
        </p:xfrm>
        <a:graphic>
          <a:graphicData uri="http://schemas.openxmlformats.org/presentationml/2006/ole">
            <mc:AlternateContent xmlns:mc="http://schemas.openxmlformats.org/markup-compatibility/2006">
              <mc:Choice xmlns:v="urn:schemas-microsoft-com:vml" Requires="v">
                <p:oleObj name="Ecuación" r:id="rId2" imgW="1384300" imgH="431800" progId="Equation.3">
                  <p:embed/>
                </p:oleObj>
              </mc:Choice>
              <mc:Fallback>
                <p:oleObj name="Ecuación" r:id="rId2" imgW="1384300" imgH="431800" progId="Equation.3">
                  <p:embed/>
                  <p:pic>
                    <p:nvPicPr>
                      <p:cNvPr id="2050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688" y="3459163"/>
                        <a:ext cx="2668587"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1" name="Object 31"/>
          <p:cNvGraphicFramePr>
            <a:graphicFrameLocks noChangeAspect="1"/>
          </p:cNvGraphicFramePr>
          <p:nvPr/>
        </p:nvGraphicFramePr>
        <p:xfrm>
          <a:off x="5992813" y="2787650"/>
          <a:ext cx="1276350" cy="831850"/>
        </p:xfrm>
        <a:graphic>
          <a:graphicData uri="http://schemas.openxmlformats.org/presentationml/2006/ole">
            <mc:AlternateContent xmlns:mc="http://schemas.openxmlformats.org/markup-compatibility/2006">
              <mc:Choice xmlns:v="urn:schemas-microsoft-com:vml" Requires="v">
                <p:oleObj name="Ecuación" r:id="rId4" imgW="660113" imgH="431613" progId="Equation.3">
                  <p:embed/>
                </p:oleObj>
              </mc:Choice>
              <mc:Fallback>
                <p:oleObj name="Ecuación" r:id="rId4" imgW="660113" imgH="431613" progId="Equation.3">
                  <p:embed/>
                  <p:pic>
                    <p:nvPicPr>
                      <p:cNvPr id="20501"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2813" y="2787650"/>
                        <a:ext cx="12763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2" name="Object 32"/>
          <p:cNvGraphicFramePr>
            <a:graphicFrameLocks noChangeAspect="1"/>
          </p:cNvGraphicFramePr>
          <p:nvPr/>
        </p:nvGraphicFramePr>
        <p:xfrm>
          <a:off x="5949950" y="3663950"/>
          <a:ext cx="1298575" cy="833438"/>
        </p:xfrm>
        <a:graphic>
          <a:graphicData uri="http://schemas.openxmlformats.org/presentationml/2006/ole">
            <mc:AlternateContent xmlns:mc="http://schemas.openxmlformats.org/markup-compatibility/2006">
              <mc:Choice xmlns:v="urn:schemas-microsoft-com:vml" Requires="v">
                <p:oleObj name="Ecuación" r:id="rId6" imgW="672808" imgH="431613" progId="Equation.3">
                  <p:embed/>
                </p:oleObj>
              </mc:Choice>
              <mc:Fallback>
                <p:oleObj name="Ecuación" r:id="rId6" imgW="672808" imgH="431613" progId="Equation.3">
                  <p:embed/>
                  <p:pic>
                    <p:nvPicPr>
                      <p:cNvPr id="20502"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9950" y="3663950"/>
                        <a:ext cx="1298575"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3" name="Object 33"/>
          <p:cNvGraphicFramePr>
            <a:graphicFrameLocks noChangeAspect="1"/>
          </p:cNvGraphicFramePr>
          <p:nvPr/>
        </p:nvGraphicFramePr>
        <p:xfrm>
          <a:off x="5965825" y="4543425"/>
          <a:ext cx="1273175" cy="831850"/>
        </p:xfrm>
        <a:graphic>
          <a:graphicData uri="http://schemas.openxmlformats.org/presentationml/2006/ole">
            <mc:AlternateContent xmlns:mc="http://schemas.openxmlformats.org/markup-compatibility/2006">
              <mc:Choice xmlns:v="urn:schemas-microsoft-com:vml" Requires="v">
                <p:oleObj name="Ecuación" r:id="rId8" imgW="660113" imgH="431613" progId="Equation.3">
                  <p:embed/>
                </p:oleObj>
              </mc:Choice>
              <mc:Fallback>
                <p:oleObj name="Ecuación" r:id="rId8" imgW="660113" imgH="431613" progId="Equation.3">
                  <p:embed/>
                  <p:pic>
                    <p:nvPicPr>
                      <p:cNvPr id="20503"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65825" y="4543425"/>
                        <a:ext cx="12731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4" name="Object 34"/>
          <p:cNvGraphicFramePr>
            <a:graphicFrameLocks noChangeAspect="1"/>
          </p:cNvGraphicFramePr>
          <p:nvPr/>
        </p:nvGraphicFramePr>
        <p:xfrm>
          <a:off x="3117850" y="4941888"/>
          <a:ext cx="1250950" cy="831850"/>
        </p:xfrm>
        <a:graphic>
          <a:graphicData uri="http://schemas.openxmlformats.org/presentationml/2006/ole">
            <mc:AlternateContent xmlns:mc="http://schemas.openxmlformats.org/markup-compatibility/2006">
              <mc:Choice xmlns:v="urn:schemas-microsoft-com:vml" Requires="v">
                <p:oleObj name="Ecuación" r:id="rId10" imgW="647700" imgH="431800" progId="Equation.3">
                  <p:embed/>
                </p:oleObj>
              </mc:Choice>
              <mc:Fallback>
                <p:oleObj name="Ecuación" r:id="rId10" imgW="647700" imgH="431800" progId="Equation.3">
                  <p:embed/>
                  <p:pic>
                    <p:nvPicPr>
                      <p:cNvPr id="20504"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7850" y="4941888"/>
                        <a:ext cx="1250950" cy="831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05" name="Rectangle 35"/>
          <p:cNvSpPr>
            <a:spLocks noChangeArrowheads="1"/>
          </p:cNvSpPr>
          <p:nvPr/>
        </p:nvSpPr>
        <p:spPr bwMode="auto">
          <a:xfrm>
            <a:off x="2697163" y="2193925"/>
            <a:ext cx="165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0506" name="Rectangle 36"/>
          <p:cNvSpPr>
            <a:spLocks noChangeArrowheads="1"/>
          </p:cNvSpPr>
          <p:nvPr/>
        </p:nvSpPr>
        <p:spPr bwMode="auto">
          <a:xfrm>
            <a:off x="3452813" y="2193925"/>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grpSp>
        <p:nvGrpSpPr>
          <p:cNvPr id="20507" name="Group 37"/>
          <p:cNvGrpSpPr>
            <a:grpSpLocks/>
          </p:cNvGrpSpPr>
          <p:nvPr/>
        </p:nvGrpSpPr>
        <p:grpSpPr bwMode="auto">
          <a:xfrm>
            <a:off x="3016250" y="2257425"/>
            <a:ext cx="231775" cy="349250"/>
            <a:chOff x="2842" y="1422"/>
            <a:chExt cx="146" cy="220"/>
          </a:xfrm>
        </p:grpSpPr>
        <p:sp>
          <p:nvSpPr>
            <p:cNvPr id="20508" name="Rectangle 38"/>
            <p:cNvSpPr>
              <a:spLocks noChangeArrowheads="1"/>
            </p:cNvSpPr>
            <p:nvPr/>
          </p:nvSpPr>
          <p:spPr bwMode="auto">
            <a:xfrm>
              <a:off x="2842" y="1422"/>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0509" name="Rectangle 39"/>
            <p:cNvSpPr>
              <a:spLocks noChangeArrowheads="1"/>
            </p:cNvSpPr>
            <p:nvPr/>
          </p:nvSpPr>
          <p:spPr bwMode="auto">
            <a:xfrm>
              <a:off x="2940" y="152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1</a:t>
              </a:r>
              <a:endParaRPr lang="es-ES"/>
            </a:p>
          </p:txBody>
        </p:sp>
      </p:grpSp>
    </p:spTree>
    <p:extLst>
      <p:ext uri="{BB962C8B-B14F-4D97-AF65-F5344CB8AC3E}">
        <p14:creationId xmlns:p14="http://schemas.microsoft.com/office/powerpoint/2010/main" val="21659034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701675" y="441325"/>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400" b="1">
                <a:solidFill>
                  <a:schemeClr val="tx2"/>
                </a:solidFill>
                <a:latin typeface="Arial" charset="0"/>
              </a:rPr>
              <a:t>Divisor de corriente</a:t>
            </a:r>
            <a:endParaRPr lang="es-ES" sz="2400" b="1">
              <a:solidFill>
                <a:schemeClr val="tx2"/>
              </a:solidFill>
              <a:latin typeface="Arial" charset="0"/>
            </a:endParaRPr>
          </a:p>
        </p:txBody>
      </p:sp>
      <p:graphicFrame>
        <p:nvGraphicFramePr>
          <p:cNvPr id="21507" name="Object 3"/>
          <p:cNvGraphicFramePr>
            <a:graphicFrameLocks noChangeAspect="1"/>
          </p:cNvGraphicFramePr>
          <p:nvPr/>
        </p:nvGraphicFramePr>
        <p:xfrm>
          <a:off x="5641975" y="2327275"/>
          <a:ext cx="1590675" cy="776288"/>
        </p:xfrm>
        <a:graphic>
          <a:graphicData uri="http://schemas.openxmlformats.org/presentationml/2006/ole">
            <mc:AlternateContent xmlns:mc="http://schemas.openxmlformats.org/markup-compatibility/2006">
              <mc:Choice xmlns:v="urn:schemas-microsoft-com:vml" Requires="v">
                <p:oleObj name="Ecuación" r:id="rId2" imgW="939800" imgH="457200" progId="Equation.3">
                  <p:embed/>
                </p:oleObj>
              </mc:Choice>
              <mc:Fallback>
                <p:oleObj name="Ecuación" r:id="rId2" imgW="939800" imgH="457200" progId="Equation.3">
                  <p:embed/>
                  <p:pic>
                    <p:nvPicPr>
                      <p:cNvPr id="2150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1975" y="2327275"/>
                        <a:ext cx="159067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08" name="Rectangle 4"/>
          <p:cNvSpPr>
            <a:spLocks noChangeArrowheads="1"/>
          </p:cNvSpPr>
          <p:nvPr/>
        </p:nvSpPr>
        <p:spPr bwMode="auto">
          <a:xfrm>
            <a:off x="2049463" y="1428750"/>
            <a:ext cx="166687"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1509" name="Rectangle 5"/>
          <p:cNvSpPr>
            <a:spLocks noChangeArrowheads="1"/>
          </p:cNvSpPr>
          <p:nvPr/>
        </p:nvSpPr>
        <p:spPr bwMode="auto">
          <a:xfrm>
            <a:off x="3949700" y="1428750"/>
            <a:ext cx="1460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1510" name="Freeform 6"/>
          <p:cNvSpPr>
            <a:spLocks/>
          </p:cNvSpPr>
          <p:nvPr/>
        </p:nvSpPr>
        <p:spPr bwMode="auto">
          <a:xfrm>
            <a:off x="2305050" y="2089150"/>
            <a:ext cx="1589088" cy="509588"/>
          </a:xfrm>
          <a:custGeom>
            <a:avLst/>
            <a:gdLst>
              <a:gd name="T0" fmla="*/ 0 w 900"/>
              <a:gd name="T1" fmla="*/ 242922 h 279"/>
              <a:gd name="T2" fmla="*/ 630338 w 900"/>
              <a:gd name="T3" fmla="*/ 242922 h 279"/>
              <a:gd name="T4" fmla="*/ 723918 w 900"/>
              <a:gd name="T5" fmla="*/ 0 h 279"/>
              <a:gd name="T6" fmla="*/ 840451 w 900"/>
              <a:gd name="T7" fmla="*/ 509588 h 279"/>
              <a:gd name="T8" fmla="*/ 956984 w 900"/>
              <a:gd name="T9" fmla="*/ 242922 h 279"/>
              <a:gd name="T10" fmla="*/ 1589088 w 900"/>
              <a:gd name="T11" fmla="*/ 242922 h 2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0" h="279">
                <a:moveTo>
                  <a:pt x="0" y="133"/>
                </a:moveTo>
                <a:lnTo>
                  <a:pt x="357" y="133"/>
                </a:lnTo>
                <a:lnTo>
                  <a:pt x="410" y="0"/>
                </a:lnTo>
                <a:lnTo>
                  <a:pt x="476" y="279"/>
                </a:lnTo>
                <a:lnTo>
                  <a:pt x="542" y="133"/>
                </a:lnTo>
                <a:lnTo>
                  <a:pt x="900" y="13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1511" name="Freeform 7"/>
          <p:cNvSpPr>
            <a:spLocks/>
          </p:cNvSpPr>
          <p:nvPr/>
        </p:nvSpPr>
        <p:spPr bwMode="auto">
          <a:xfrm>
            <a:off x="2298700" y="2947988"/>
            <a:ext cx="1587500" cy="508000"/>
          </a:xfrm>
          <a:custGeom>
            <a:avLst/>
            <a:gdLst>
              <a:gd name="T0" fmla="*/ 0 w 900"/>
              <a:gd name="T1" fmla="*/ 242165 h 279"/>
              <a:gd name="T2" fmla="*/ 629708 w 900"/>
              <a:gd name="T3" fmla="*/ 242165 h 279"/>
              <a:gd name="T4" fmla="*/ 723194 w 900"/>
              <a:gd name="T5" fmla="*/ 0 h 279"/>
              <a:gd name="T6" fmla="*/ 839611 w 900"/>
              <a:gd name="T7" fmla="*/ 508000 h 279"/>
              <a:gd name="T8" fmla="*/ 956028 w 900"/>
              <a:gd name="T9" fmla="*/ 242165 h 279"/>
              <a:gd name="T10" fmla="*/ 1587500 w 900"/>
              <a:gd name="T11" fmla="*/ 242165 h 2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0" h="279">
                <a:moveTo>
                  <a:pt x="0" y="133"/>
                </a:moveTo>
                <a:lnTo>
                  <a:pt x="357" y="133"/>
                </a:lnTo>
                <a:lnTo>
                  <a:pt x="410" y="0"/>
                </a:lnTo>
                <a:lnTo>
                  <a:pt x="476" y="279"/>
                </a:lnTo>
                <a:lnTo>
                  <a:pt x="542" y="133"/>
                </a:lnTo>
                <a:lnTo>
                  <a:pt x="900" y="13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1512" name="Freeform 8"/>
          <p:cNvSpPr>
            <a:spLocks/>
          </p:cNvSpPr>
          <p:nvPr/>
        </p:nvSpPr>
        <p:spPr bwMode="auto">
          <a:xfrm>
            <a:off x="2317750" y="3844925"/>
            <a:ext cx="1587500" cy="509588"/>
          </a:xfrm>
          <a:custGeom>
            <a:avLst/>
            <a:gdLst>
              <a:gd name="T0" fmla="*/ 0 w 899"/>
              <a:gd name="T1" fmla="*/ 242922 h 279"/>
              <a:gd name="T2" fmla="*/ 630409 w 899"/>
              <a:gd name="T3" fmla="*/ 242922 h 279"/>
              <a:gd name="T4" fmla="*/ 723999 w 899"/>
              <a:gd name="T5" fmla="*/ 0 h 279"/>
              <a:gd name="T6" fmla="*/ 840545 w 899"/>
              <a:gd name="T7" fmla="*/ 509588 h 279"/>
              <a:gd name="T8" fmla="*/ 957091 w 899"/>
              <a:gd name="T9" fmla="*/ 242922 h 279"/>
              <a:gd name="T10" fmla="*/ 1587500 w 899"/>
              <a:gd name="T11" fmla="*/ 242922 h 2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9" h="279">
                <a:moveTo>
                  <a:pt x="0" y="133"/>
                </a:moveTo>
                <a:lnTo>
                  <a:pt x="357" y="133"/>
                </a:lnTo>
                <a:lnTo>
                  <a:pt x="410" y="0"/>
                </a:lnTo>
                <a:lnTo>
                  <a:pt x="476" y="279"/>
                </a:lnTo>
                <a:lnTo>
                  <a:pt x="542" y="133"/>
                </a:lnTo>
                <a:lnTo>
                  <a:pt x="899" y="13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1513" name="Line 9"/>
          <p:cNvSpPr>
            <a:spLocks noChangeShapeType="1"/>
          </p:cNvSpPr>
          <p:nvPr/>
        </p:nvSpPr>
        <p:spPr bwMode="auto">
          <a:xfrm flipH="1">
            <a:off x="1228725" y="3044825"/>
            <a:ext cx="600075" cy="0"/>
          </a:xfrm>
          <a:prstGeom prst="line">
            <a:avLst/>
          </a:prstGeom>
          <a:noFill/>
          <a:ln w="20638">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s-CO"/>
          </a:p>
        </p:txBody>
      </p:sp>
      <p:sp>
        <p:nvSpPr>
          <p:cNvPr id="21514" name="Rectangle 10"/>
          <p:cNvSpPr>
            <a:spLocks noChangeArrowheads="1"/>
          </p:cNvSpPr>
          <p:nvPr/>
        </p:nvSpPr>
        <p:spPr bwMode="auto">
          <a:xfrm>
            <a:off x="1447800" y="2652713"/>
            <a:ext cx="84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grpSp>
        <p:nvGrpSpPr>
          <p:cNvPr id="21515" name="Group 11"/>
          <p:cNvGrpSpPr>
            <a:grpSpLocks/>
          </p:cNvGrpSpPr>
          <p:nvPr/>
        </p:nvGrpSpPr>
        <p:grpSpPr bwMode="auto">
          <a:xfrm>
            <a:off x="3205163" y="1901825"/>
            <a:ext cx="271462" cy="396875"/>
            <a:chOff x="2004" y="1053"/>
            <a:chExt cx="154" cy="218"/>
          </a:xfrm>
        </p:grpSpPr>
        <p:sp>
          <p:nvSpPr>
            <p:cNvPr id="21537" name="Rectangle 12"/>
            <p:cNvSpPr>
              <a:spLocks noChangeArrowheads="1"/>
            </p:cNvSpPr>
            <p:nvPr/>
          </p:nvSpPr>
          <p:spPr bwMode="auto">
            <a:xfrm>
              <a:off x="2004" y="1053"/>
              <a:ext cx="88"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1538" name="Rectangle 13"/>
            <p:cNvSpPr>
              <a:spLocks noChangeArrowheads="1"/>
            </p:cNvSpPr>
            <p:nvPr/>
          </p:nvSpPr>
          <p:spPr bwMode="auto">
            <a:xfrm>
              <a:off x="2114" y="1171"/>
              <a:ext cx="44"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1</a:t>
              </a:r>
              <a:endParaRPr lang="es-ES"/>
            </a:p>
          </p:txBody>
        </p:sp>
      </p:grpSp>
      <p:grpSp>
        <p:nvGrpSpPr>
          <p:cNvPr id="21516" name="Group 14"/>
          <p:cNvGrpSpPr>
            <a:grpSpLocks/>
          </p:cNvGrpSpPr>
          <p:nvPr/>
        </p:nvGrpSpPr>
        <p:grpSpPr bwMode="auto">
          <a:xfrm>
            <a:off x="3252788" y="2759075"/>
            <a:ext cx="271462" cy="396875"/>
            <a:chOff x="2937" y="1053"/>
            <a:chExt cx="154" cy="217"/>
          </a:xfrm>
        </p:grpSpPr>
        <p:sp>
          <p:nvSpPr>
            <p:cNvPr id="21535" name="Rectangle 15"/>
            <p:cNvSpPr>
              <a:spLocks noChangeArrowheads="1"/>
            </p:cNvSpPr>
            <p:nvPr/>
          </p:nvSpPr>
          <p:spPr bwMode="auto">
            <a:xfrm>
              <a:off x="2937" y="1053"/>
              <a:ext cx="88"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1536" name="Rectangle 16"/>
            <p:cNvSpPr>
              <a:spLocks noChangeArrowheads="1"/>
            </p:cNvSpPr>
            <p:nvPr/>
          </p:nvSpPr>
          <p:spPr bwMode="auto">
            <a:xfrm>
              <a:off x="3048" y="1170"/>
              <a:ext cx="43"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2</a:t>
              </a:r>
              <a:endParaRPr lang="es-ES"/>
            </a:p>
          </p:txBody>
        </p:sp>
      </p:grpSp>
      <p:grpSp>
        <p:nvGrpSpPr>
          <p:cNvPr id="21517" name="Group 17"/>
          <p:cNvGrpSpPr>
            <a:grpSpLocks/>
          </p:cNvGrpSpPr>
          <p:nvPr/>
        </p:nvGrpSpPr>
        <p:grpSpPr bwMode="auto">
          <a:xfrm>
            <a:off x="3238500" y="3657600"/>
            <a:ext cx="269875" cy="396875"/>
            <a:chOff x="3819" y="1053"/>
            <a:chExt cx="153" cy="218"/>
          </a:xfrm>
        </p:grpSpPr>
        <p:sp>
          <p:nvSpPr>
            <p:cNvPr id="21533" name="Rectangle 18"/>
            <p:cNvSpPr>
              <a:spLocks noChangeArrowheads="1"/>
            </p:cNvSpPr>
            <p:nvPr/>
          </p:nvSpPr>
          <p:spPr bwMode="auto">
            <a:xfrm>
              <a:off x="3819" y="1053"/>
              <a:ext cx="88"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1534" name="Rectangle 19"/>
            <p:cNvSpPr>
              <a:spLocks noChangeArrowheads="1"/>
            </p:cNvSpPr>
            <p:nvPr/>
          </p:nvSpPr>
          <p:spPr bwMode="auto">
            <a:xfrm>
              <a:off x="3929" y="1171"/>
              <a:ext cx="43"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a:solidFill>
                    <a:srgbClr val="000000"/>
                  </a:solidFill>
                </a:rPr>
                <a:t>3</a:t>
              </a:r>
              <a:endParaRPr lang="es-ES"/>
            </a:p>
          </p:txBody>
        </p:sp>
      </p:grpSp>
      <p:sp>
        <p:nvSpPr>
          <p:cNvPr id="21518" name="Rectangle 20"/>
          <p:cNvSpPr>
            <a:spLocks noChangeArrowheads="1"/>
          </p:cNvSpPr>
          <p:nvPr/>
        </p:nvSpPr>
        <p:spPr bwMode="auto">
          <a:xfrm>
            <a:off x="3036888" y="1443038"/>
            <a:ext cx="155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1519" name="Line 21"/>
          <p:cNvSpPr>
            <a:spLocks noChangeShapeType="1"/>
          </p:cNvSpPr>
          <p:nvPr/>
        </p:nvSpPr>
        <p:spPr bwMode="auto">
          <a:xfrm>
            <a:off x="2319338" y="2327275"/>
            <a:ext cx="0" cy="17621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21520" name="Line 22"/>
          <p:cNvSpPr>
            <a:spLocks noChangeShapeType="1"/>
          </p:cNvSpPr>
          <p:nvPr/>
        </p:nvSpPr>
        <p:spPr bwMode="auto">
          <a:xfrm>
            <a:off x="3886200" y="2327275"/>
            <a:ext cx="0" cy="17621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21521" name="Line 23"/>
          <p:cNvSpPr>
            <a:spLocks noChangeShapeType="1"/>
          </p:cNvSpPr>
          <p:nvPr/>
        </p:nvSpPr>
        <p:spPr bwMode="auto">
          <a:xfrm flipH="1">
            <a:off x="1630363" y="3192463"/>
            <a:ext cx="6778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21522" name="Line 24"/>
          <p:cNvSpPr>
            <a:spLocks noChangeShapeType="1"/>
          </p:cNvSpPr>
          <p:nvPr/>
        </p:nvSpPr>
        <p:spPr bwMode="auto">
          <a:xfrm flipH="1">
            <a:off x="3865563" y="3192463"/>
            <a:ext cx="6778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21523" name="Line 25"/>
          <p:cNvSpPr>
            <a:spLocks noChangeShapeType="1"/>
          </p:cNvSpPr>
          <p:nvPr/>
        </p:nvSpPr>
        <p:spPr bwMode="auto">
          <a:xfrm flipH="1">
            <a:off x="2265363" y="2222500"/>
            <a:ext cx="600075" cy="0"/>
          </a:xfrm>
          <a:prstGeom prst="line">
            <a:avLst/>
          </a:prstGeom>
          <a:noFill/>
          <a:ln w="20638">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s-CO"/>
          </a:p>
        </p:txBody>
      </p:sp>
      <p:sp>
        <p:nvSpPr>
          <p:cNvPr id="21524" name="Rectangle 26"/>
          <p:cNvSpPr>
            <a:spLocks noChangeArrowheads="1"/>
          </p:cNvSpPr>
          <p:nvPr/>
        </p:nvSpPr>
        <p:spPr bwMode="auto">
          <a:xfrm>
            <a:off x="2441575" y="1831975"/>
            <a:ext cx="166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r>
              <a:rPr lang="es-ES" sz="2000" i="1" baseline="-25000">
                <a:solidFill>
                  <a:srgbClr val="000000"/>
                </a:solidFill>
              </a:rPr>
              <a:t>1</a:t>
            </a:r>
          </a:p>
        </p:txBody>
      </p:sp>
      <p:sp>
        <p:nvSpPr>
          <p:cNvPr id="21525" name="Line 27"/>
          <p:cNvSpPr>
            <a:spLocks noChangeShapeType="1"/>
          </p:cNvSpPr>
          <p:nvPr/>
        </p:nvSpPr>
        <p:spPr bwMode="auto">
          <a:xfrm flipH="1">
            <a:off x="2355850" y="3082925"/>
            <a:ext cx="600075" cy="0"/>
          </a:xfrm>
          <a:prstGeom prst="line">
            <a:avLst/>
          </a:prstGeom>
          <a:noFill/>
          <a:ln w="20638">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s-CO"/>
          </a:p>
        </p:txBody>
      </p:sp>
      <p:sp>
        <p:nvSpPr>
          <p:cNvPr id="21526" name="Rectangle 28"/>
          <p:cNvSpPr>
            <a:spLocks noChangeArrowheads="1"/>
          </p:cNvSpPr>
          <p:nvPr/>
        </p:nvSpPr>
        <p:spPr bwMode="auto">
          <a:xfrm>
            <a:off x="2533650" y="2692400"/>
            <a:ext cx="166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r>
              <a:rPr lang="es-ES" sz="2000" i="1" baseline="-25000">
                <a:solidFill>
                  <a:srgbClr val="000000"/>
                </a:solidFill>
              </a:rPr>
              <a:t>2</a:t>
            </a:r>
          </a:p>
        </p:txBody>
      </p:sp>
      <p:sp>
        <p:nvSpPr>
          <p:cNvPr id="21527" name="Line 29"/>
          <p:cNvSpPr>
            <a:spLocks noChangeShapeType="1"/>
          </p:cNvSpPr>
          <p:nvPr/>
        </p:nvSpPr>
        <p:spPr bwMode="auto">
          <a:xfrm flipH="1">
            <a:off x="2301875" y="3998913"/>
            <a:ext cx="600075" cy="0"/>
          </a:xfrm>
          <a:prstGeom prst="line">
            <a:avLst/>
          </a:prstGeom>
          <a:noFill/>
          <a:ln w="20638">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s-CO"/>
          </a:p>
        </p:txBody>
      </p:sp>
      <p:sp>
        <p:nvSpPr>
          <p:cNvPr id="21528" name="Rectangle 30"/>
          <p:cNvSpPr>
            <a:spLocks noChangeArrowheads="1"/>
          </p:cNvSpPr>
          <p:nvPr/>
        </p:nvSpPr>
        <p:spPr bwMode="auto">
          <a:xfrm>
            <a:off x="2478088" y="3608388"/>
            <a:ext cx="166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r>
              <a:rPr lang="es-ES" sz="2000" i="1" baseline="-25000">
                <a:solidFill>
                  <a:srgbClr val="000000"/>
                </a:solidFill>
              </a:rPr>
              <a:t>3</a:t>
            </a:r>
          </a:p>
        </p:txBody>
      </p:sp>
      <p:graphicFrame>
        <p:nvGraphicFramePr>
          <p:cNvPr id="21529" name="Object 31"/>
          <p:cNvGraphicFramePr>
            <a:graphicFrameLocks noChangeAspect="1"/>
          </p:cNvGraphicFramePr>
          <p:nvPr/>
        </p:nvGraphicFramePr>
        <p:xfrm>
          <a:off x="5610225" y="3125788"/>
          <a:ext cx="1655763" cy="776287"/>
        </p:xfrm>
        <a:graphic>
          <a:graphicData uri="http://schemas.openxmlformats.org/presentationml/2006/ole">
            <mc:AlternateContent xmlns:mc="http://schemas.openxmlformats.org/markup-compatibility/2006">
              <mc:Choice xmlns:v="urn:schemas-microsoft-com:vml" Requires="v">
                <p:oleObj name="Ecuación" r:id="rId4" imgW="977900" imgH="457200" progId="Equation.3">
                  <p:embed/>
                </p:oleObj>
              </mc:Choice>
              <mc:Fallback>
                <p:oleObj name="Ecuación" r:id="rId4" imgW="977900" imgH="457200" progId="Equation.3">
                  <p:embed/>
                  <p:pic>
                    <p:nvPicPr>
                      <p:cNvPr id="21529"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0225" y="3125788"/>
                        <a:ext cx="1655763"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0" name="Object 32"/>
          <p:cNvGraphicFramePr>
            <a:graphicFrameLocks noChangeAspect="1"/>
          </p:cNvGraphicFramePr>
          <p:nvPr/>
        </p:nvGraphicFramePr>
        <p:xfrm>
          <a:off x="5638800" y="3940175"/>
          <a:ext cx="1633538" cy="776288"/>
        </p:xfrm>
        <a:graphic>
          <a:graphicData uri="http://schemas.openxmlformats.org/presentationml/2006/ole">
            <mc:AlternateContent xmlns:mc="http://schemas.openxmlformats.org/markup-compatibility/2006">
              <mc:Choice xmlns:v="urn:schemas-microsoft-com:vml" Requires="v">
                <p:oleObj name="Ecuación" r:id="rId6" imgW="965200" imgH="457200" progId="Equation.3">
                  <p:embed/>
                </p:oleObj>
              </mc:Choice>
              <mc:Fallback>
                <p:oleObj name="Ecuación" r:id="rId6" imgW="965200" imgH="457200" progId="Equation.3">
                  <p:embed/>
                  <p:pic>
                    <p:nvPicPr>
                      <p:cNvPr id="21530"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3940175"/>
                        <a:ext cx="163353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1" name="Object 33"/>
          <p:cNvGraphicFramePr>
            <a:graphicFrameLocks noChangeAspect="1"/>
          </p:cNvGraphicFramePr>
          <p:nvPr/>
        </p:nvGraphicFramePr>
        <p:xfrm>
          <a:off x="6180138" y="1628775"/>
          <a:ext cx="946150" cy="409575"/>
        </p:xfrm>
        <a:graphic>
          <a:graphicData uri="http://schemas.openxmlformats.org/presentationml/2006/ole">
            <mc:AlternateContent xmlns:mc="http://schemas.openxmlformats.org/markup-compatibility/2006">
              <mc:Choice xmlns:v="urn:schemas-microsoft-com:vml" Requires="v">
                <p:oleObj name="Ecuación" r:id="rId8" imgW="558558" imgH="241195" progId="Equation.3">
                  <p:embed/>
                </p:oleObj>
              </mc:Choice>
              <mc:Fallback>
                <p:oleObj name="Ecuación" r:id="rId8" imgW="558558" imgH="241195" progId="Equation.3">
                  <p:embed/>
                  <p:pic>
                    <p:nvPicPr>
                      <p:cNvPr id="21531"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0138" y="1628775"/>
                        <a:ext cx="9461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2" name="Object 34"/>
          <p:cNvGraphicFramePr>
            <a:graphicFrameLocks noChangeAspect="1"/>
          </p:cNvGraphicFramePr>
          <p:nvPr/>
        </p:nvGraphicFramePr>
        <p:xfrm>
          <a:off x="2800350" y="4738688"/>
          <a:ext cx="1590675" cy="776287"/>
        </p:xfrm>
        <a:graphic>
          <a:graphicData uri="http://schemas.openxmlformats.org/presentationml/2006/ole">
            <mc:AlternateContent xmlns:mc="http://schemas.openxmlformats.org/markup-compatibility/2006">
              <mc:Choice xmlns:v="urn:schemas-microsoft-com:vml" Requires="v">
                <p:oleObj name="Ecuación" r:id="rId10" imgW="939800" imgH="457200" progId="Equation.3">
                  <p:embed/>
                </p:oleObj>
              </mc:Choice>
              <mc:Fallback>
                <p:oleObj name="Ecuación" r:id="rId10" imgW="939800" imgH="457200" progId="Equation.3">
                  <p:embed/>
                  <p:pic>
                    <p:nvPicPr>
                      <p:cNvPr id="21532"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0350" y="4738688"/>
                        <a:ext cx="1590675" cy="7762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5795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53752"/>
            <a:ext cx="8229600" cy="782960"/>
          </a:xfrm>
        </p:spPr>
        <p:txBody>
          <a:bodyPr/>
          <a:lstStyle/>
          <a:p>
            <a:r>
              <a:rPr lang="es-CO" b="1" dirty="0">
                <a:effectLst>
                  <a:outerShdw blurRad="38100" dist="38100" dir="2700000" algn="tl">
                    <a:srgbClr val="000000">
                      <a:alpha val="43137"/>
                    </a:srgbClr>
                  </a:outerShdw>
                </a:effectLst>
              </a:rPr>
              <a:t>EJERCICIOS (RESOLVER)</a:t>
            </a:r>
          </a:p>
        </p:txBody>
      </p:sp>
      <p:sp>
        <p:nvSpPr>
          <p:cNvPr id="3" name="2 CuadroTexto"/>
          <p:cNvSpPr txBox="1"/>
          <p:nvPr/>
        </p:nvSpPr>
        <p:spPr>
          <a:xfrm>
            <a:off x="179512" y="764704"/>
            <a:ext cx="8640960" cy="1200329"/>
          </a:xfrm>
          <a:prstGeom prst="rect">
            <a:avLst/>
          </a:prstGeom>
          <a:noFill/>
        </p:spPr>
        <p:txBody>
          <a:bodyPr wrap="square" rtlCol="0">
            <a:spAutoFit/>
          </a:bodyPr>
          <a:lstStyle/>
          <a:p>
            <a:pPr marL="342900" indent="-342900" algn="just">
              <a:buFont typeface="+mj-lt"/>
              <a:buAutoNum type="arabicPeriod"/>
            </a:pPr>
            <a:r>
              <a:rPr lang="es-CO" b="1" dirty="0">
                <a:effectLst>
                  <a:outerShdw blurRad="38100" dist="38100" dir="2700000" algn="tl">
                    <a:srgbClr val="000000">
                      <a:alpha val="43137"/>
                    </a:srgbClr>
                  </a:outerShdw>
                </a:effectLst>
              </a:rPr>
              <a:t>. REVISEMOS LOS CIRCUITOS PROPUESTOS ANTERIORMENTE PARA ENCONTRAR LAS VARIABLES SOLICITADAS DE UNA MANERA MÁS ÁGIL Y SIMPLIFICADA.</a:t>
            </a:r>
          </a:p>
          <a:p>
            <a:pPr marL="342900" indent="-342900" algn="just">
              <a:buFont typeface="+mj-lt"/>
              <a:buAutoNum type="arabicPeriod"/>
            </a:pPr>
            <a:r>
              <a:rPr lang="es-CO" b="1" dirty="0">
                <a:effectLst>
                  <a:outerShdw blurRad="38100" dist="38100" dir="2700000" algn="tl">
                    <a:srgbClr val="000000">
                      <a:alpha val="43137"/>
                    </a:srgbClr>
                  </a:outerShdw>
                </a:effectLst>
              </a:rPr>
              <a:t>RESOLVER:</a:t>
            </a: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441400"/>
            <a:ext cx="443865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709" y="2362986"/>
            <a:ext cx="399097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603" y="4725144"/>
            <a:ext cx="3476625"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8758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701675" y="441325"/>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400" b="1">
                <a:solidFill>
                  <a:schemeClr val="tx2"/>
                </a:solidFill>
                <a:latin typeface="Arial" charset="0"/>
              </a:rPr>
              <a:t>Voltímetro</a:t>
            </a:r>
            <a:endParaRPr lang="es-ES" sz="2400" b="1">
              <a:solidFill>
                <a:schemeClr val="tx2"/>
              </a:solidFill>
              <a:latin typeface="Arial" charset="0"/>
            </a:endParaRPr>
          </a:p>
        </p:txBody>
      </p:sp>
      <p:graphicFrame>
        <p:nvGraphicFramePr>
          <p:cNvPr id="22531" name="Object 3"/>
          <p:cNvGraphicFramePr>
            <a:graphicFrameLocks noChangeAspect="1"/>
          </p:cNvGraphicFramePr>
          <p:nvPr/>
        </p:nvGraphicFramePr>
        <p:xfrm>
          <a:off x="800100" y="1323975"/>
          <a:ext cx="3287713" cy="1368425"/>
        </p:xfrm>
        <a:graphic>
          <a:graphicData uri="http://schemas.openxmlformats.org/presentationml/2006/ole">
            <mc:AlternateContent xmlns:mc="http://schemas.openxmlformats.org/markup-compatibility/2006">
              <mc:Choice xmlns:v="urn:schemas-microsoft-com:vml" Requires="v">
                <p:oleObj r:id="rId2" imgW="1495425" imgH="619125" progId="Word.Picture.8">
                  <p:embed/>
                </p:oleObj>
              </mc:Choice>
              <mc:Fallback>
                <p:oleObj r:id="rId2" imgW="1495425" imgH="619125" progId="Word.Picture.8">
                  <p:embed/>
                  <p:pic>
                    <p:nvPicPr>
                      <p:cNvPr id="2253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 y="1323975"/>
                        <a:ext cx="3287713"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532" name="Group 4"/>
          <p:cNvGrpSpPr>
            <a:grpSpLocks/>
          </p:cNvGrpSpPr>
          <p:nvPr/>
        </p:nvGrpSpPr>
        <p:grpSpPr bwMode="auto">
          <a:xfrm>
            <a:off x="4705350" y="1279525"/>
            <a:ext cx="3289300" cy="1463675"/>
            <a:chOff x="2964" y="806"/>
            <a:chExt cx="2072" cy="922"/>
          </a:xfrm>
        </p:grpSpPr>
        <p:sp>
          <p:nvSpPr>
            <p:cNvPr id="22537" name="Rectangle 5"/>
            <p:cNvSpPr>
              <a:spLocks noChangeArrowheads="1"/>
            </p:cNvSpPr>
            <p:nvPr/>
          </p:nvSpPr>
          <p:spPr bwMode="auto">
            <a:xfrm>
              <a:off x="3485" y="87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b</a:t>
              </a:r>
              <a:endParaRPr lang="es-ES"/>
            </a:p>
          </p:txBody>
        </p:sp>
        <p:sp>
          <p:nvSpPr>
            <p:cNvPr id="22538" name="Rectangle 6"/>
            <p:cNvSpPr>
              <a:spLocks noChangeArrowheads="1"/>
            </p:cNvSpPr>
            <p:nvPr/>
          </p:nvSpPr>
          <p:spPr bwMode="auto">
            <a:xfrm>
              <a:off x="4540" y="87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a</a:t>
              </a:r>
              <a:endParaRPr lang="es-ES"/>
            </a:p>
          </p:txBody>
        </p:sp>
        <p:sp>
          <p:nvSpPr>
            <p:cNvPr id="22539" name="Rectangle 7"/>
            <p:cNvSpPr>
              <a:spLocks noChangeArrowheads="1"/>
            </p:cNvSpPr>
            <p:nvPr/>
          </p:nvSpPr>
          <p:spPr bwMode="auto">
            <a:xfrm>
              <a:off x="4297" y="1191"/>
              <a:ext cx="10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2540" name="Rectangle 8"/>
            <p:cNvSpPr>
              <a:spLocks noChangeArrowheads="1"/>
            </p:cNvSpPr>
            <p:nvPr/>
          </p:nvSpPr>
          <p:spPr bwMode="auto">
            <a:xfrm>
              <a:off x="3730" y="119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2541" name="Rectangle 9"/>
            <p:cNvSpPr>
              <a:spLocks noChangeArrowheads="1"/>
            </p:cNvSpPr>
            <p:nvPr/>
          </p:nvSpPr>
          <p:spPr bwMode="auto">
            <a:xfrm>
              <a:off x="3786" y="872"/>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sp>
          <p:nvSpPr>
            <p:cNvPr id="22542" name="Line 10"/>
            <p:cNvSpPr>
              <a:spLocks noChangeShapeType="1"/>
            </p:cNvSpPr>
            <p:nvPr/>
          </p:nvSpPr>
          <p:spPr bwMode="auto">
            <a:xfrm>
              <a:off x="4521" y="1111"/>
              <a:ext cx="1" cy="4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nvGrpSpPr>
            <p:cNvPr id="22543" name="Group 11"/>
            <p:cNvGrpSpPr>
              <a:grpSpLocks/>
            </p:cNvGrpSpPr>
            <p:nvPr/>
          </p:nvGrpSpPr>
          <p:grpSpPr bwMode="auto">
            <a:xfrm>
              <a:off x="4640" y="978"/>
              <a:ext cx="396" cy="80"/>
              <a:chOff x="4640" y="978"/>
              <a:chExt cx="396" cy="80"/>
            </a:xfrm>
          </p:grpSpPr>
          <p:sp>
            <p:nvSpPr>
              <p:cNvPr id="22580" name="Freeform 12"/>
              <p:cNvSpPr>
                <a:spLocks/>
              </p:cNvSpPr>
              <p:nvPr/>
            </p:nvSpPr>
            <p:spPr bwMode="auto">
              <a:xfrm>
                <a:off x="4640" y="978"/>
                <a:ext cx="158" cy="80"/>
              </a:xfrm>
              <a:custGeom>
                <a:avLst/>
                <a:gdLst>
                  <a:gd name="T0" fmla="*/ 0 w 158"/>
                  <a:gd name="T1" fmla="*/ 40 h 80"/>
                  <a:gd name="T2" fmla="*/ 158 w 158"/>
                  <a:gd name="T3" fmla="*/ 80 h 80"/>
                  <a:gd name="T4" fmla="*/ 158 w 158"/>
                  <a:gd name="T5" fmla="*/ 40 h 80"/>
                  <a:gd name="T6" fmla="*/ 158 w 158"/>
                  <a:gd name="T7" fmla="*/ 0 h 80"/>
                  <a:gd name="T8" fmla="*/ 0 w 158"/>
                  <a:gd name="T9" fmla="*/ 4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80">
                    <a:moveTo>
                      <a:pt x="0" y="40"/>
                    </a:moveTo>
                    <a:lnTo>
                      <a:pt x="158" y="80"/>
                    </a:lnTo>
                    <a:lnTo>
                      <a:pt x="158" y="40"/>
                    </a:lnTo>
                    <a:lnTo>
                      <a:pt x="158" y="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a:p>
            </p:txBody>
          </p:sp>
          <p:sp>
            <p:nvSpPr>
              <p:cNvPr id="22581" name="Line 13"/>
              <p:cNvSpPr>
                <a:spLocks noChangeShapeType="1"/>
              </p:cNvSpPr>
              <p:nvPr/>
            </p:nvSpPr>
            <p:spPr bwMode="auto">
              <a:xfrm flipH="1">
                <a:off x="4798" y="1018"/>
                <a:ext cx="23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sp>
          <p:nvSpPr>
            <p:cNvPr id="22544" name="Rectangle 14"/>
            <p:cNvSpPr>
              <a:spLocks noChangeArrowheads="1"/>
            </p:cNvSpPr>
            <p:nvPr/>
          </p:nvSpPr>
          <p:spPr bwMode="auto">
            <a:xfrm>
              <a:off x="4884" y="832"/>
              <a:ext cx="1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2545" name="Line 15"/>
            <p:cNvSpPr>
              <a:spLocks noChangeShapeType="1"/>
            </p:cNvSpPr>
            <p:nvPr/>
          </p:nvSpPr>
          <p:spPr bwMode="auto">
            <a:xfrm flipH="1">
              <a:off x="3466" y="1601"/>
              <a:ext cx="26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46" name="Line 16"/>
            <p:cNvSpPr>
              <a:spLocks noChangeShapeType="1"/>
            </p:cNvSpPr>
            <p:nvPr/>
          </p:nvSpPr>
          <p:spPr bwMode="auto">
            <a:xfrm>
              <a:off x="3730" y="1601"/>
              <a:ext cx="79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47" name="Oval 17"/>
            <p:cNvSpPr>
              <a:spLocks noChangeArrowheads="1"/>
            </p:cNvSpPr>
            <p:nvPr/>
          </p:nvSpPr>
          <p:spPr bwMode="auto">
            <a:xfrm>
              <a:off x="3894" y="1448"/>
              <a:ext cx="265" cy="280"/>
            </a:xfrm>
            <a:prstGeom prst="ellipse">
              <a:avLst/>
            </a:prstGeom>
            <a:solidFill>
              <a:srgbClr val="FFFFFF"/>
            </a:solidFill>
            <a:ln w="20638">
              <a:solidFill>
                <a:srgbClr val="000000"/>
              </a:solidFill>
              <a:round/>
              <a:headEnd/>
              <a:tailEnd/>
            </a:ln>
          </p:spPr>
          <p:txBody>
            <a:bodyPr/>
            <a:lstStyle/>
            <a:p>
              <a:endParaRPr lang="es-CO"/>
            </a:p>
          </p:txBody>
        </p:sp>
        <p:sp>
          <p:nvSpPr>
            <p:cNvPr id="22548" name="Line 18"/>
            <p:cNvSpPr>
              <a:spLocks noChangeShapeType="1"/>
            </p:cNvSpPr>
            <p:nvPr/>
          </p:nvSpPr>
          <p:spPr bwMode="auto">
            <a:xfrm>
              <a:off x="4508" y="1084"/>
              <a:ext cx="52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49" name="Line 19"/>
            <p:cNvSpPr>
              <a:spLocks noChangeShapeType="1"/>
            </p:cNvSpPr>
            <p:nvPr/>
          </p:nvSpPr>
          <p:spPr bwMode="auto">
            <a:xfrm>
              <a:off x="3466" y="1097"/>
              <a:ext cx="1" cy="50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50" name="Oval 20"/>
            <p:cNvSpPr>
              <a:spLocks noChangeArrowheads="1"/>
            </p:cNvSpPr>
            <p:nvPr/>
          </p:nvSpPr>
          <p:spPr bwMode="auto">
            <a:xfrm>
              <a:off x="4488" y="1050"/>
              <a:ext cx="80" cy="81"/>
            </a:xfrm>
            <a:prstGeom prst="ellipse">
              <a:avLst/>
            </a:prstGeom>
            <a:blipFill dpi="0" rotWithShape="0">
              <a:blip r:embed="rId4"/>
              <a:srcRect/>
              <a:tile tx="0" ty="0" sx="100000" sy="100000" flip="none" algn="tl"/>
            </a:blipFill>
            <a:ln w="20638">
              <a:solidFill>
                <a:srgbClr val="000000"/>
              </a:solidFill>
              <a:round/>
              <a:headEnd/>
              <a:tailEnd/>
            </a:ln>
          </p:spPr>
          <p:txBody>
            <a:bodyPr/>
            <a:lstStyle/>
            <a:p>
              <a:endParaRPr lang="es-CO"/>
            </a:p>
          </p:txBody>
        </p:sp>
        <p:sp>
          <p:nvSpPr>
            <p:cNvPr id="22551" name="Line 21"/>
            <p:cNvSpPr>
              <a:spLocks noChangeShapeType="1"/>
            </p:cNvSpPr>
            <p:nvPr/>
          </p:nvSpPr>
          <p:spPr bwMode="auto">
            <a:xfrm flipH="1">
              <a:off x="3030" y="1084"/>
              <a:ext cx="42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52" name="Oval 22"/>
            <p:cNvSpPr>
              <a:spLocks noChangeArrowheads="1"/>
            </p:cNvSpPr>
            <p:nvPr/>
          </p:nvSpPr>
          <p:spPr bwMode="auto">
            <a:xfrm>
              <a:off x="3432" y="1050"/>
              <a:ext cx="81" cy="81"/>
            </a:xfrm>
            <a:prstGeom prst="ellipse">
              <a:avLst/>
            </a:prstGeom>
            <a:blipFill dpi="0" rotWithShape="0">
              <a:blip r:embed="rId4"/>
              <a:srcRect/>
              <a:tile tx="0" ty="0" sx="100000" sy="100000" flip="none" algn="tl"/>
            </a:blipFill>
            <a:ln w="20638">
              <a:solidFill>
                <a:srgbClr val="000000"/>
              </a:solidFill>
              <a:round/>
              <a:headEnd/>
              <a:tailEnd/>
            </a:ln>
          </p:spPr>
          <p:txBody>
            <a:bodyPr/>
            <a:lstStyle/>
            <a:p>
              <a:endParaRPr lang="es-CO"/>
            </a:p>
          </p:txBody>
        </p:sp>
        <p:grpSp>
          <p:nvGrpSpPr>
            <p:cNvPr id="22553" name="Group 23"/>
            <p:cNvGrpSpPr>
              <a:grpSpLocks/>
            </p:cNvGrpSpPr>
            <p:nvPr/>
          </p:nvGrpSpPr>
          <p:grpSpPr bwMode="auto">
            <a:xfrm>
              <a:off x="2964" y="978"/>
              <a:ext cx="396" cy="80"/>
              <a:chOff x="2964" y="978"/>
              <a:chExt cx="396" cy="80"/>
            </a:xfrm>
          </p:grpSpPr>
          <p:sp>
            <p:nvSpPr>
              <p:cNvPr id="22578" name="Freeform 24"/>
              <p:cNvSpPr>
                <a:spLocks/>
              </p:cNvSpPr>
              <p:nvPr/>
            </p:nvSpPr>
            <p:spPr bwMode="auto">
              <a:xfrm>
                <a:off x="2964" y="978"/>
                <a:ext cx="159" cy="80"/>
              </a:xfrm>
              <a:custGeom>
                <a:avLst/>
                <a:gdLst>
                  <a:gd name="T0" fmla="*/ 0 w 159"/>
                  <a:gd name="T1" fmla="*/ 40 h 80"/>
                  <a:gd name="T2" fmla="*/ 159 w 159"/>
                  <a:gd name="T3" fmla="*/ 80 h 80"/>
                  <a:gd name="T4" fmla="*/ 159 w 159"/>
                  <a:gd name="T5" fmla="*/ 40 h 80"/>
                  <a:gd name="T6" fmla="*/ 159 w 159"/>
                  <a:gd name="T7" fmla="*/ 0 h 80"/>
                  <a:gd name="T8" fmla="*/ 0 w 159"/>
                  <a:gd name="T9" fmla="*/ 4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80">
                    <a:moveTo>
                      <a:pt x="0" y="40"/>
                    </a:moveTo>
                    <a:lnTo>
                      <a:pt x="159" y="80"/>
                    </a:lnTo>
                    <a:lnTo>
                      <a:pt x="159" y="40"/>
                    </a:lnTo>
                    <a:lnTo>
                      <a:pt x="159" y="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a:p>
            </p:txBody>
          </p:sp>
          <p:sp>
            <p:nvSpPr>
              <p:cNvPr id="22579" name="Line 25"/>
              <p:cNvSpPr>
                <a:spLocks noChangeShapeType="1"/>
              </p:cNvSpPr>
              <p:nvPr/>
            </p:nvSpPr>
            <p:spPr bwMode="auto">
              <a:xfrm flipH="1">
                <a:off x="3123" y="1018"/>
                <a:ext cx="23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sp>
          <p:nvSpPr>
            <p:cNvPr id="22554" name="Rectangle 26"/>
            <p:cNvSpPr>
              <a:spLocks noChangeArrowheads="1"/>
            </p:cNvSpPr>
            <p:nvPr/>
          </p:nvSpPr>
          <p:spPr bwMode="auto">
            <a:xfrm>
              <a:off x="3222" y="845"/>
              <a:ext cx="1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2555" name="Rectangle 27"/>
            <p:cNvSpPr>
              <a:spLocks noChangeArrowheads="1"/>
            </p:cNvSpPr>
            <p:nvPr/>
          </p:nvSpPr>
          <p:spPr bwMode="auto">
            <a:xfrm>
              <a:off x="4003" y="1496"/>
              <a:ext cx="17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V </a:t>
              </a:r>
              <a:endParaRPr lang="es-ES"/>
            </a:p>
          </p:txBody>
        </p:sp>
        <p:grpSp>
          <p:nvGrpSpPr>
            <p:cNvPr id="22556" name="Group 28"/>
            <p:cNvGrpSpPr>
              <a:grpSpLocks/>
            </p:cNvGrpSpPr>
            <p:nvPr/>
          </p:nvGrpSpPr>
          <p:grpSpPr bwMode="auto">
            <a:xfrm>
              <a:off x="4059" y="978"/>
              <a:ext cx="383" cy="80"/>
              <a:chOff x="4059" y="978"/>
              <a:chExt cx="383" cy="80"/>
            </a:xfrm>
          </p:grpSpPr>
          <p:sp>
            <p:nvSpPr>
              <p:cNvPr id="22576" name="Freeform 29"/>
              <p:cNvSpPr>
                <a:spLocks/>
              </p:cNvSpPr>
              <p:nvPr/>
            </p:nvSpPr>
            <p:spPr bwMode="auto">
              <a:xfrm>
                <a:off x="4059" y="978"/>
                <a:ext cx="159" cy="80"/>
              </a:xfrm>
              <a:custGeom>
                <a:avLst/>
                <a:gdLst>
                  <a:gd name="T0" fmla="*/ 0 w 159"/>
                  <a:gd name="T1" fmla="*/ 40 h 80"/>
                  <a:gd name="T2" fmla="*/ 159 w 159"/>
                  <a:gd name="T3" fmla="*/ 0 h 80"/>
                  <a:gd name="T4" fmla="*/ 159 w 159"/>
                  <a:gd name="T5" fmla="*/ 40 h 80"/>
                  <a:gd name="T6" fmla="*/ 159 w 159"/>
                  <a:gd name="T7" fmla="*/ 80 h 80"/>
                  <a:gd name="T8" fmla="*/ 0 w 159"/>
                  <a:gd name="T9" fmla="*/ 4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80">
                    <a:moveTo>
                      <a:pt x="0" y="40"/>
                    </a:moveTo>
                    <a:lnTo>
                      <a:pt x="159" y="0"/>
                    </a:lnTo>
                    <a:lnTo>
                      <a:pt x="159" y="40"/>
                    </a:lnTo>
                    <a:lnTo>
                      <a:pt x="159" y="8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a:p>
            </p:txBody>
          </p:sp>
          <p:sp>
            <p:nvSpPr>
              <p:cNvPr id="22577" name="Line 30"/>
              <p:cNvSpPr>
                <a:spLocks noChangeShapeType="1"/>
              </p:cNvSpPr>
              <p:nvPr/>
            </p:nvSpPr>
            <p:spPr bwMode="auto">
              <a:xfrm flipH="1">
                <a:off x="4218" y="1018"/>
                <a:ext cx="22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grpSp>
          <p:nvGrpSpPr>
            <p:cNvPr id="22557" name="Group 31"/>
            <p:cNvGrpSpPr>
              <a:grpSpLocks/>
            </p:cNvGrpSpPr>
            <p:nvPr/>
          </p:nvGrpSpPr>
          <p:grpSpPr bwMode="auto">
            <a:xfrm>
              <a:off x="4614" y="1190"/>
              <a:ext cx="79" cy="398"/>
              <a:chOff x="4614" y="1190"/>
              <a:chExt cx="79" cy="398"/>
            </a:xfrm>
          </p:grpSpPr>
          <p:sp>
            <p:nvSpPr>
              <p:cNvPr id="22574" name="Freeform 32"/>
              <p:cNvSpPr>
                <a:spLocks/>
              </p:cNvSpPr>
              <p:nvPr/>
            </p:nvSpPr>
            <p:spPr bwMode="auto">
              <a:xfrm>
                <a:off x="4614" y="1429"/>
                <a:ext cx="79" cy="159"/>
              </a:xfrm>
              <a:custGeom>
                <a:avLst/>
                <a:gdLst>
                  <a:gd name="T0" fmla="*/ 39 w 79"/>
                  <a:gd name="T1" fmla="*/ 159 h 159"/>
                  <a:gd name="T2" fmla="*/ 79 w 79"/>
                  <a:gd name="T3" fmla="*/ 0 h 159"/>
                  <a:gd name="T4" fmla="*/ 39 w 79"/>
                  <a:gd name="T5" fmla="*/ 0 h 159"/>
                  <a:gd name="T6" fmla="*/ 0 w 79"/>
                  <a:gd name="T7" fmla="*/ 0 h 159"/>
                  <a:gd name="T8" fmla="*/ 39 w 79"/>
                  <a:gd name="T9" fmla="*/ 159 h 1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159">
                    <a:moveTo>
                      <a:pt x="39" y="159"/>
                    </a:moveTo>
                    <a:lnTo>
                      <a:pt x="79" y="0"/>
                    </a:lnTo>
                    <a:lnTo>
                      <a:pt x="39" y="0"/>
                    </a:lnTo>
                    <a:lnTo>
                      <a:pt x="0" y="0"/>
                    </a:lnTo>
                    <a:lnTo>
                      <a:pt x="39" y="1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a:p>
            </p:txBody>
          </p:sp>
          <p:sp>
            <p:nvSpPr>
              <p:cNvPr id="22575" name="Line 33"/>
              <p:cNvSpPr>
                <a:spLocks noChangeShapeType="1"/>
              </p:cNvSpPr>
              <p:nvPr/>
            </p:nvSpPr>
            <p:spPr bwMode="auto">
              <a:xfrm>
                <a:off x="4653" y="1190"/>
                <a:ext cx="1" cy="23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grpSp>
          <p:nvGrpSpPr>
            <p:cNvPr id="22558" name="Group 34"/>
            <p:cNvGrpSpPr>
              <a:grpSpLocks/>
            </p:cNvGrpSpPr>
            <p:nvPr/>
          </p:nvGrpSpPr>
          <p:grpSpPr bwMode="auto">
            <a:xfrm>
              <a:off x="3400" y="1137"/>
              <a:ext cx="145" cy="119"/>
              <a:chOff x="3400" y="1137"/>
              <a:chExt cx="145" cy="119"/>
            </a:xfrm>
          </p:grpSpPr>
          <p:sp>
            <p:nvSpPr>
              <p:cNvPr id="22572" name="Line 35"/>
              <p:cNvSpPr>
                <a:spLocks noChangeShapeType="1"/>
              </p:cNvSpPr>
              <p:nvPr/>
            </p:nvSpPr>
            <p:spPr bwMode="auto">
              <a:xfrm flipH="1">
                <a:off x="3400" y="1137"/>
                <a:ext cx="79" cy="119"/>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73" name="Line 36"/>
              <p:cNvSpPr>
                <a:spLocks noChangeShapeType="1"/>
              </p:cNvSpPr>
              <p:nvPr/>
            </p:nvSpPr>
            <p:spPr bwMode="auto">
              <a:xfrm>
                <a:off x="3466" y="1137"/>
                <a:ext cx="79" cy="119"/>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grpSp>
          <p:nvGrpSpPr>
            <p:cNvPr id="22559" name="Group 37"/>
            <p:cNvGrpSpPr>
              <a:grpSpLocks/>
            </p:cNvGrpSpPr>
            <p:nvPr/>
          </p:nvGrpSpPr>
          <p:grpSpPr bwMode="auto">
            <a:xfrm>
              <a:off x="4455" y="1137"/>
              <a:ext cx="145" cy="119"/>
              <a:chOff x="4455" y="1137"/>
              <a:chExt cx="145" cy="119"/>
            </a:xfrm>
          </p:grpSpPr>
          <p:sp>
            <p:nvSpPr>
              <p:cNvPr id="22570" name="Line 38"/>
              <p:cNvSpPr>
                <a:spLocks noChangeShapeType="1"/>
              </p:cNvSpPr>
              <p:nvPr/>
            </p:nvSpPr>
            <p:spPr bwMode="auto">
              <a:xfrm flipH="1">
                <a:off x="4455" y="1137"/>
                <a:ext cx="79" cy="119"/>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2571" name="Line 39"/>
              <p:cNvSpPr>
                <a:spLocks noChangeShapeType="1"/>
              </p:cNvSpPr>
              <p:nvPr/>
            </p:nvSpPr>
            <p:spPr bwMode="auto">
              <a:xfrm>
                <a:off x="4521" y="1137"/>
                <a:ext cx="79" cy="119"/>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sp>
          <p:nvSpPr>
            <p:cNvPr id="22560" name="Freeform 40"/>
            <p:cNvSpPr>
              <a:spLocks/>
            </p:cNvSpPr>
            <p:nvPr/>
          </p:nvSpPr>
          <p:spPr bwMode="auto">
            <a:xfrm>
              <a:off x="3505" y="965"/>
              <a:ext cx="977" cy="265"/>
            </a:xfrm>
            <a:custGeom>
              <a:avLst/>
              <a:gdLst>
                <a:gd name="T0" fmla="*/ 0 w 977"/>
                <a:gd name="T1" fmla="*/ 119 h 265"/>
                <a:gd name="T2" fmla="*/ 396 w 977"/>
                <a:gd name="T3" fmla="*/ 119 h 265"/>
                <a:gd name="T4" fmla="*/ 449 w 977"/>
                <a:gd name="T5" fmla="*/ 0 h 265"/>
                <a:gd name="T6" fmla="*/ 502 w 977"/>
                <a:gd name="T7" fmla="*/ 265 h 265"/>
                <a:gd name="T8" fmla="*/ 568 w 977"/>
                <a:gd name="T9" fmla="*/ 119 h 265"/>
                <a:gd name="T10" fmla="*/ 977 w 977"/>
                <a:gd name="T11" fmla="*/ 119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7" h="265">
                  <a:moveTo>
                    <a:pt x="0" y="119"/>
                  </a:moveTo>
                  <a:lnTo>
                    <a:pt x="396" y="119"/>
                  </a:lnTo>
                  <a:lnTo>
                    <a:pt x="449" y="0"/>
                  </a:lnTo>
                  <a:lnTo>
                    <a:pt x="502" y="265"/>
                  </a:lnTo>
                  <a:lnTo>
                    <a:pt x="568" y="119"/>
                  </a:lnTo>
                  <a:lnTo>
                    <a:pt x="977" y="11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grpSp>
          <p:nvGrpSpPr>
            <p:cNvPr id="22561" name="Group 41"/>
            <p:cNvGrpSpPr>
              <a:grpSpLocks/>
            </p:cNvGrpSpPr>
            <p:nvPr/>
          </p:nvGrpSpPr>
          <p:grpSpPr bwMode="auto">
            <a:xfrm>
              <a:off x="4290" y="806"/>
              <a:ext cx="95" cy="220"/>
              <a:chOff x="4290" y="806"/>
              <a:chExt cx="95" cy="220"/>
            </a:xfrm>
          </p:grpSpPr>
          <p:sp>
            <p:nvSpPr>
              <p:cNvPr id="22568" name="Rectangle 42"/>
              <p:cNvSpPr>
                <a:spLocks noChangeArrowheads="1"/>
              </p:cNvSpPr>
              <p:nvPr/>
            </p:nvSpPr>
            <p:spPr bwMode="auto">
              <a:xfrm>
                <a:off x="4290" y="806"/>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2569" name="Rectangle 43"/>
              <p:cNvSpPr>
                <a:spLocks noChangeArrowheads="1"/>
              </p:cNvSpPr>
              <p:nvPr/>
            </p:nvSpPr>
            <p:spPr bwMode="auto">
              <a:xfrm>
                <a:off x="4326" y="911"/>
                <a:ext cx="5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R</a:t>
                </a:r>
                <a:endParaRPr lang="es-ES"/>
              </a:p>
            </p:txBody>
          </p:sp>
        </p:grpSp>
        <p:grpSp>
          <p:nvGrpSpPr>
            <p:cNvPr id="22562" name="Group 44"/>
            <p:cNvGrpSpPr>
              <a:grpSpLocks/>
            </p:cNvGrpSpPr>
            <p:nvPr/>
          </p:nvGrpSpPr>
          <p:grpSpPr bwMode="auto">
            <a:xfrm>
              <a:off x="4726" y="1217"/>
              <a:ext cx="95" cy="220"/>
              <a:chOff x="4726" y="1217"/>
              <a:chExt cx="95" cy="220"/>
            </a:xfrm>
          </p:grpSpPr>
          <p:sp>
            <p:nvSpPr>
              <p:cNvPr id="22566" name="Rectangle 45"/>
              <p:cNvSpPr>
                <a:spLocks noChangeArrowheads="1"/>
              </p:cNvSpPr>
              <p:nvPr/>
            </p:nvSpPr>
            <p:spPr bwMode="auto">
              <a:xfrm>
                <a:off x="4726" y="1217"/>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2567" name="Rectangle 46"/>
              <p:cNvSpPr>
                <a:spLocks noChangeArrowheads="1"/>
              </p:cNvSpPr>
              <p:nvPr/>
            </p:nvSpPr>
            <p:spPr bwMode="auto">
              <a:xfrm>
                <a:off x="4762" y="1322"/>
                <a:ext cx="5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V</a:t>
                </a:r>
                <a:endParaRPr lang="es-ES"/>
              </a:p>
            </p:txBody>
          </p:sp>
        </p:grpSp>
        <p:grpSp>
          <p:nvGrpSpPr>
            <p:cNvPr id="22563" name="Group 47"/>
            <p:cNvGrpSpPr>
              <a:grpSpLocks/>
            </p:cNvGrpSpPr>
            <p:nvPr/>
          </p:nvGrpSpPr>
          <p:grpSpPr bwMode="auto">
            <a:xfrm>
              <a:off x="3931" y="1204"/>
              <a:ext cx="269" cy="220"/>
              <a:chOff x="3931" y="1204"/>
              <a:chExt cx="269" cy="220"/>
            </a:xfrm>
          </p:grpSpPr>
          <p:sp>
            <p:nvSpPr>
              <p:cNvPr id="22564" name="Rectangle 48"/>
              <p:cNvSpPr>
                <a:spLocks noChangeArrowheads="1"/>
              </p:cNvSpPr>
              <p:nvPr/>
            </p:nvSpPr>
            <p:spPr bwMode="auto">
              <a:xfrm>
                <a:off x="3931" y="1204"/>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2565" name="Rectangle 49"/>
              <p:cNvSpPr>
                <a:spLocks noChangeArrowheads="1"/>
              </p:cNvSpPr>
              <p:nvPr/>
            </p:nvSpPr>
            <p:spPr bwMode="auto">
              <a:xfrm>
                <a:off x="4024" y="1309"/>
                <a:ext cx="17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abM</a:t>
                </a:r>
                <a:endParaRPr lang="es-ES"/>
              </a:p>
            </p:txBody>
          </p:sp>
        </p:grpSp>
      </p:grpSp>
      <p:sp>
        <p:nvSpPr>
          <p:cNvPr id="22533" name="Rectangle 50"/>
          <p:cNvSpPr>
            <a:spLocks noChangeArrowheads="1"/>
          </p:cNvSpPr>
          <p:nvPr/>
        </p:nvSpPr>
        <p:spPr bwMode="auto">
          <a:xfrm>
            <a:off x="649288" y="2890838"/>
            <a:ext cx="7265987"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9888" indent="-369888" algn="just">
              <a:lnSpc>
                <a:spcPct val="90000"/>
              </a:lnSpc>
              <a:spcBef>
                <a:spcPct val="20000"/>
              </a:spcBef>
              <a:buFontTx/>
              <a:buChar char="•"/>
            </a:pPr>
            <a:r>
              <a:rPr lang="es-ES" sz="1800">
                <a:latin typeface="Arial" charset="0"/>
              </a:rPr>
              <a:t>Mide la tensión entre los puntos a y b</a:t>
            </a:r>
          </a:p>
          <a:p>
            <a:pPr marL="369888" indent="-369888" algn="just">
              <a:lnSpc>
                <a:spcPct val="90000"/>
              </a:lnSpc>
              <a:spcBef>
                <a:spcPct val="20000"/>
              </a:spcBef>
              <a:buFontTx/>
              <a:buChar char="•"/>
            </a:pPr>
            <a:r>
              <a:rPr lang="es-ES" sz="1800">
                <a:latin typeface="Arial" charset="0"/>
              </a:rPr>
              <a:t>Conectar el Voltímetro supone modificar el circuito y por tanto el valor de tensión que queremos medir</a:t>
            </a:r>
          </a:p>
          <a:p>
            <a:pPr marL="369888" indent="-369888" algn="just">
              <a:lnSpc>
                <a:spcPct val="90000"/>
              </a:lnSpc>
              <a:spcBef>
                <a:spcPct val="20000"/>
              </a:spcBef>
              <a:buFontTx/>
              <a:buChar char="•"/>
            </a:pPr>
            <a:r>
              <a:rPr lang="es-ES" sz="1800">
                <a:latin typeface="Arial" charset="0"/>
              </a:rPr>
              <a:t>En un voltímetro ideal:</a:t>
            </a:r>
          </a:p>
        </p:txBody>
      </p:sp>
      <p:sp>
        <p:nvSpPr>
          <p:cNvPr id="22534" name="Rectangle 51"/>
          <p:cNvSpPr>
            <a:spLocks noChangeArrowheads="1"/>
          </p:cNvSpPr>
          <p:nvPr/>
        </p:nvSpPr>
        <p:spPr bwMode="auto">
          <a:xfrm>
            <a:off x="649288" y="4737100"/>
            <a:ext cx="7265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9888" indent="-369888" algn="just">
              <a:lnSpc>
                <a:spcPct val="90000"/>
              </a:lnSpc>
              <a:spcBef>
                <a:spcPct val="20000"/>
              </a:spcBef>
              <a:buFontTx/>
              <a:buChar char="•"/>
            </a:pPr>
            <a:r>
              <a:rPr lang="es-ES" sz="1800">
                <a:latin typeface="Arial" charset="0"/>
              </a:rPr>
              <a:t>En un voltímetro real:</a:t>
            </a:r>
          </a:p>
        </p:txBody>
      </p:sp>
      <p:graphicFrame>
        <p:nvGraphicFramePr>
          <p:cNvPr id="22535" name="Object 52"/>
          <p:cNvGraphicFramePr>
            <a:graphicFrameLocks noChangeAspect="1"/>
          </p:cNvGraphicFramePr>
          <p:nvPr/>
        </p:nvGraphicFramePr>
        <p:xfrm>
          <a:off x="1260475" y="4143375"/>
          <a:ext cx="6467475" cy="384175"/>
        </p:xfrm>
        <a:graphic>
          <a:graphicData uri="http://schemas.openxmlformats.org/presentationml/2006/ole">
            <mc:AlternateContent xmlns:mc="http://schemas.openxmlformats.org/markup-compatibility/2006">
              <mc:Choice xmlns:v="urn:schemas-microsoft-com:vml" Requires="v">
                <p:oleObj name="Ecuación" r:id="rId5" imgW="3848100" imgH="228600" progId="Equation.3">
                  <p:embed/>
                </p:oleObj>
              </mc:Choice>
              <mc:Fallback>
                <p:oleObj name="Ecuación" r:id="rId5" imgW="3848100" imgH="228600" progId="Equation.3">
                  <p:embed/>
                  <p:pic>
                    <p:nvPicPr>
                      <p:cNvPr id="22535"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0475" y="4143375"/>
                        <a:ext cx="646747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6" name="Object 53"/>
          <p:cNvGraphicFramePr>
            <a:graphicFrameLocks noChangeAspect="1"/>
          </p:cNvGraphicFramePr>
          <p:nvPr/>
        </p:nvGraphicFramePr>
        <p:xfrm>
          <a:off x="1428750" y="5197475"/>
          <a:ext cx="1068388" cy="384175"/>
        </p:xfrm>
        <a:graphic>
          <a:graphicData uri="http://schemas.openxmlformats.org/presentationml/2006/ole">
            <mc:AlternateContent xmlns:mc="http://schemas.openxmlformats.org/markup-compatibility/2006">
              <mc:Choice xmlns:v="urn:schemas-microsoft-com:vml" Requires="v">
                <p:oleObj name="Ecuación" r:id="rId7" imgW="634725" imgH="228501" progId="Equation.3">
                  <p:embed/>
                </p:oleObj>
              </mc:Choice>
              <mc:Fallback>
                <p:oleObj name="Ecuación" r:id="rId7" imgW="634725" imgH="228501" progId="Equation.3">
                  <p:embed/>
                  <p:pic>
                    <p:nvPicPr>
                      <p:cNvPr id="22536"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8750" y="5197475"/>
                        <a:ext cx="106838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07895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701675" y="441325"/>
            <a:ext cx="79089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s-ES_tradnl" sz="2400" b="1">
                <a:solidFill>
                  <a:schemeClr val="tx2"/>
                </a:solidFill>
                <a:latin typeface="Arial" charset="0"/>
              </a:rPr>
              <a:t>Amperímetro</a:t>
            </a:r>
            <a:endParaRPr lang="es-ES" sz="2400" b="1">
              <a:solidFill>
                <a:schemeClr val="tx2"/>
              </a:solidFill>
              <a:latin typeface="Arial" charset="0"/>
            </a:endParaRPr>
          </a:p>
        </p:txBody>
      </p:sp>
      <p:sp>
        <p:nvSpPr>
          <p:cNvPr id="23555" name="Rectangle 3"/>
          <p:cNvSpPr>
            <a:spLocks noChangeArrowheads="1"/>
          </p:cNvSpPr>
          <p:nvPr/>
        </p:nvSpPr>
        <p:spPr bwMode="auto">
          <a:xfrm>
            <a:off x="649288" y="2890838"/>
            <a:ext cx="7265987"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9888" indent="-369888" algn="just">
              <a:lnSpc>
                <a:spcPct val="90000"/>
              </a:lnSpc>
              <a:spcBef>
                <a:spcPct val="20000"/>
              </a:spcBef>
              <a:buFontTx/>
              <a:buChar char="•"/>
            </a:pPr>
            <a:r>
              <a:rPr lang="es-ES" sz="1800">
                <a:latin typeface="Arial" charset="0"/>
              </a:rPr>
              <a:t>Mide la corriente por la rama entre a y b</a:t>
            </a:r>
          </a:p>
          <a:p>
            <a:pPr marL="369888" indent="-369888" algn="just">
              <a:lnSpc>
                <a:spcPct val="90000"/>
              </a:lnSpc>
              <a:spcBef>
                <a:spcPct val="20000"/>
              </a:spcBef>
              <a:buFontTx/>
              <a:buChar char="•"/>
            </a:pPr>
            <a:r>
              <a:rPr lang="es-ES" sz="1800">
                <a:latin typeface="Arial" charset="0"/>
              </a:rPr>
              <a:t>Conectar el Amperímetro supone modificar el circuito y por tanto el valor de corriente que queremos medir</a:t>
            </a:r>
          </a:p>
          <a:p>
            <a:pPr marL="369888" indent="-369888" algn="just">
              <a:lnSpc>
                <a:spcPct val="90000"/>
              </a:lnSpc>
              <a:spcBef>
                <a:spcPct val="20000"/>
              </a:spcBef>
              <a:buFontTx/>
              <a:buChar char="•"/>
            </a:pPr>
            <a:r>
              <a:rPr lang="es-ES" sz="1800">
                <a:latin typeface="Arial" charset="0"/>
              </a:rPr>
              <a:t>En un amperímetro ideal:</a:t>
            </a:r>
          </a:p>
        </p:txBody>
      </p:sp>
      <p:sp>
        <p:nvSpPr>
          <p:cNvPr id="23556" name="Rectangle 4"/>
          <p:cNvSpPr>
            <a:spLocks noChangeArrowheads="1"/>
          </p:cNvSpPr>
          <p:nvPr/>
        </p:nvSpPr>
        <p:spPr bwMode="auto">
          <a:xfrm>
            <a:off x="649288" y="4737100"/>
            <a:ext cx="7265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9888" indent="-369888" algn="just">
              <a:lnSpc>
                <a:spcPct val="90000"/>
              </a:lnSpc>
              <a:spcBef>
                <a:spcPct val="20000"/>
              </a:spcBef>
              <a:buFontTx/>
              <a:buChar char="•"/>
            </a:pPr>
            <a:r>
              <a:rPr lang="es-ES" sz="1800">
                <a:latin typeface="Arial" charset="0"/>
              </a:rPr>
              <a:t>En un amperímetro real:</a:t>
            </a:r>
          </a:p>
        </p:txBody>
      </p:sp>
      <p:graphicFrame>
        <p:nvGraphicFramePr>
          <p:cNvPr id="23557" name="Object 5"/>
          <p:cNvGraphicFramePr>
            <a:graphicFrameLocks noChangeAspect="1"/>
          </p:cNvGraphicFramePr>
          <p:nvPr/>
        </p:nvGraphicFramePr>
        <p:xfrm>
          <a:off x="1220788" y="4143375"/>
          <a:ext cx="6146800" cy="384175"/>
        </p:xfrm>
        <a:graphic>
          <a:graphicData uri="http://schemas.openxmlformats.org/presentationml/2006/ole">
            <mc:AlternateContent xmlns:mc="http://schemas.openxmlformats.org/markup-compatibility/2006">
              <mc:Choice xmlns:v="urn:schemas-microsoft-com:vml" Requires="v">
                <p:oleObj name="Ecuación" r:id="rId2" imgW="3657600" imgH="228600" progId="Equation.3">
                  <p:embed/>
                </p:oleObj>
              </mc:Choice>
              <mc:Fallback>
                <p:oleObj name="Ecuación" r:id="rId2" imgW="3657600" imgH="228600" progId="Equation.3">
                  <p:embed/>
                  <p:pic>
                    <p:nvPicPr>
                      <p:cNvPr id="2355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4143375"/>
                        <a:ext cx="61468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8" name="Object 6"/>
          <p:cNvGraphicFramePr>
            <a:graphicFrameLocks noChangeAspect="1"/>
          </p:cNvGraphicFramePr>
          <p:nvPr/>
        </p:nvGraphicFramePr>
        <p:xfrm>
          <a:off x="1428750" y="5207000"/>
          <a:ext cx="1068388" cy="363538"/>
        </p:xfrm>
        <a:graphic>
          <a:graphicData uri="http://schemas.openxmlformats.org/presentationml/2006/ole">
            <mc:AlternateContent xmlns:mc="http://schemas.openxmlformats.org/markup-compatibility/2006">
              <mc:Choice xmlns:v="urn:schemas-microsoft-com:vml" Requires="v">
                <p:oleObj name="Ecuación" r:id="rId4" imgW="634449" imgH="215713" progId="Equation.3">
                  <p:embed/>
                </p:oleObj>
              </mc:Choice>
              <mc:Fallback>
                <p:oleObj name="Ecuación" r:id="rId4" imgW="634449" imgH="215713" progId="Equation.3">
                  <p:embed/>
                  <p:pic>
                    <p:nvPicPr>
                      <p:cNvPr id="2355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0" y="5207000"/>
                        <a:ext cx="1068388"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9" name="Object 7"/>
          <p:cNvGraphicFramePr>
            <a:graphicFrameLocks noChangeAspect="1"/>
          </p:cNvGraphicFramePr>
          <p:nvPr/>
        </p:nvGraphicFramePr>
        <p:xfrm>
          <a:off x="935038" y="1331913"/>
          <a:ext cx="3063875" cy="1062037"/>
        </p:xfrm>
        <a:graphic>
          <a:graphicData uri="http://schemas.openxmlformats.org/presentationml/2006/ole">
            <mc:AlternateContent xmlns:mc="http://schemas.openxmlformats.org/markup-compatibility/2006">
              <mc:Choice xmlns:v="urn:schemas-microsoft-com:vml" Requires="v">
                <p:oleObj r:id="rId6" imgW="1238250" imgH="428625" progId="Word.Picture.8">
                  <p:embed/>
                </p:oleObj>
              </mc:Choice>
              <mc:Fallback>
                <p:oleObj r:id="rId6" imgW="1238250" imgH="428625" progId="Word.Picture.8">
                  <p:embed/>
                  <p:pic>
                    <p:nvPicPr>
                      <p:cNvPr id="23559"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5038" y="1331913"/>
                        <a:ext cx="306387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0" name="Rectangle 8"/>
          <p:cNvSpPr>
            <a:spLocks noChangeArrowheads="1"/>
          </p:cNvSpPr>
          <p:nvPr/>
        </p:nvSpPr>
        <p:spPr bwMode="auto">
          <a:xfrm>
            <a:off x="5191125" y="1349375"/>
            <a:ext cx="2286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b</a:t>
            </a:r>
            <a:endParaRPr lang="es-ES"/>
          </a:p>
        </p:txBody>
      </p:sp>
      <p:sp>
        <p:nvSpPr>
          <p:cNvPr id="23561" name="Rectangle 9"/>
          <p:cNvSpPr>
            <a:spLocks noChangeArrowheads="1"/>
          </p:cNvSpPr>
          <p:nvPr/>
        </p:nvSpPr>
        <p:spPr bwMode="auto">
          <a:xfrm>
            <a:off x="7599363" y="1349375"/>
            <a:ext cx="2286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a</a:t>
            </a:r>
            <a:endParaRPr lang="es-ES"/>
          </a:p>
        </p:txBody>
      </p:sp>
      <p:sp>
        <p:nvSpPr>
          <p:cNvPr id="23562" name="Freeform 10"/>
          <p:cNvSpPr>
            <a:spLocks/>
          </p:cNvSpPr>
          <p:nvPr/>
        </p:nvSpPr>
        <p:spPr bwMode="auto">
          <a:xfrm>
            <a:off x="5335588" y="1495425"/>
            <a:ext cx="1412875" cy="436563"/>
          </a:xfrm>
          <a:custGeom>
            <a:avLst/>
            <a:gdLst>
              <a:gd name="T0" fmla="*/ 0 w 890"/>
              <a:gd name="T1" fmla="*/ 207963 h 275"/>
              <a:gd name="T2" fmla="*/ 415925 w 890"/>
              <a:gd name="T3" fmla="*/ 207963 h 275"/>
              <a:gd name="T4" fmla="*/ 498475 w 890"/>
              <a:gd name="T5" fmla="*/ 0 h 275"/>
              <a:gd name="T6" fmla="*/ 603250 w 890"/>
              <a:gd name="T7" fmla="*/ 436563 h 275"/>
              <a:gd name="T8" fmla="*/ 706438 w 890"/>
              <a:gd name="T9" fmla="*/ 207963 h 275"/>
              <a:gd name="T10" fmla="*/ 1412875 w 890"/>
              <a:gd name="T11" fmla="*/ 207963 h 2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0" h="275">
                <a:moveTo>
                  <a:pt x="0" y="131"/>
                </a:moveTo>
                <a:lnTo>
                  <a:pt x="262" y="131"/>
                </a:lnTo>
                <a:lnTo>
                  <a:pt x="314" y="0"/>
                </a:lnTo>
                <a:lnTo>
                  <a:pt x="380" y="275"/>
                </a:lnTo>
                <a:lnTo>
                  <a:pt x="445" y="131"/>
                </a:lnTo>
                <a:lnTo>
                  <a:pt x="890" y="131"/>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3563" name="Rectangle 11"/>
          <p:cNvSpPr>
            <a:spLocks noChangeArrowheads="1"/>
          </p:cNvSpPr>
          <p:nvPr/>
        </p:nvSpPr>
        <p:spPr bwMode="auto">
          <a:xfrm>
            <a:off x="5918200" y="1390650"/>
            <a:ext cx="24923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R</a:t>
            </a:r>
            <a:endParaRPr lang="es-ES"/>
          </a:p>
        </p:txBody>
      </p:sp>
      <p:grpSp>
        <p:nvGrpSpPr>
          <p:cNvPr id="23564" name="Group 12"/>
          <p:cNvGrpSpPr>
            <a:grpSpLocks/>
          </p:cNvGrpSpPr>
          <p:nvPr/>
        </p:nvGrpSpPr>
        <p:grpSpPr bwMode="auto">
          <a:xfrm>
            <a:off x="7766050" y="1536700"/>
            <a:ext cx="601663" cy="123825"/>
            <a:chOff x="4892" y="968"/>
            <a:chExt cx="379" cy="78"/>
          </a:xfrm>
        </p:grpSpPr>
        <p:sp>
          <p:nvSpPr>
            <p:cNvPr id="23602" name="Freeform 13"/>
            <p:cNvSpPr>
              <a:spLocks/>
            </p:cNvSpPr>
            <p:nvPr/>
          </p:nvSpPr>
          <p:spPr bwMode="auto">
            <a:xfrm>
              <a:off x="4892" y="968"/>
              <a:ext cx="157" cy="78"/>
            </a:xfrm>
            <a:custGeom>
              <a:avLst/>
              <a:gdLst>
                <a:gd name="T0" fmla="*/ 0 w 157"/>
                <a:gd name="T1" fmla="*/ 39 h 78"/>
                <a:gd name="T2" fmla="*/ 157 w 157"/>
                <a:gd name="T3" fmla="*/ 0 h 78"/>
                <a:gd name="T4" fmla="*/ 157 w 157"/>
                <a:gd name="T5" fmla="*/ 39 h 78"/>
                <a:gd name="T6" fmla="*/ 157 w 157"/>
                <a:gd name="T7" fmla="*/ 78 h 78"/>
                <a:gd name="T8" fmla="*/ 0 w 157"/>
                <a:gd name="T9" fmla="*/ 39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78">
                  <a:moveTo>
                    <a:pt x="0" y="39"/>
                  </a:moveTo>
                  <a:lnTo>
                    <a:pt x="157" y="0"/>
                  </a:lnTo>
                  <a:lnTo>
                    <a:pt x="157" y="39"/>
                  </a:lnTo>
                  <a:lnTo>
                    <a:pt x="157" y="78"/>
                  </a:ln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a:p>
          </p:txBody>
        </p:sp>
        <p:sp>
          <p:nvSpPr>
            <p:cNvPr id="23603" name="Line 14"/>
            <p:cNvSpPr>
              <a:spLocks noChangeShapeType="1"/>
            </p:cNvSpPr>
            <p:nvPr/>
          </p:nvSpPr>
          <p:spPr bwMode="auto">
            <a:xfrm flipH="1">
              <a:off x="5049" y="1007"/>
              <a:ext cx="22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sp>
        <p:nvSpPr>
          <p:cNvPr id="23565" name="Line 15"/>
          <p:cNvSpPr>
            <a:spLocks noChangeShapeType="1"/>
          </p:cNvSpPr>
          <p:nvPr/>
        </p:nvSpPr>
        <p:spPr bwMode="auto">
          <a:xfrm>
            <a:off x="7142163" y="1682750"/>
            <a:ext cx="1204912"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3566" name="Oval 16"/>
          <p:cNvSpPr>
            <a:spLocks noChangeArrowheads="1"/>
          </p:cNvSpPr>
          <p:nvPr/>
        </p:nvSpPr>
        <p:spPr bwMode="auto">
          <a:xfrm>
            <a:off x="7567613" y="1628775"/>
            <a:ext cx="125412" cy="127000"/>
          </a:xfrm>
          <a:prstGeom prst="ellipse">
            <a:avLst/>
          </a:prstGeom>
          <a:blipFill dpi="0" rotWithShape="0">
            <a:blip r:embed="rId8"/>
            <a:srcRect/>
            <a:tile tx="0" ty="0" sx="100000" sy="100000" flip="none" algn="tl"/>
          </a:blipFill>
          <a:ln w="20638">
            <a:solidFill>
              <a:srgbClr val="000000"/>
            </a:solidFill>
            <a:round/>
            <a:headEnd/>
            <a:tailEnd/>
          </a:ln>
        </p:spPr>
        <p:txBody>
          <a:bodyPr/>
          <a:lstStyle/>
          <a:p>
            <a:endParaRPr lang="es-CO"/>
          </a:p>
        </p:txBody>
      </p:sp>
      <p:sp>
        <p:nvSpPr>
          <p:cNvPr id="23567" name="Line 17"/>
          <p:cNvSpPr>
            <a:spLocks noChangeShapeType="1"/>
          </p:cNvSpPr>
          <p:nvPr/>
        </p:nvSpPr>
        <p:spPr bwMode="auto">
          <a:xfrm flipH="1">
            <a:off x="4546600" y="1682750"/>
            <a:ext cx="6858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3568" name="Oval 18"/>
          <p:cNvSpPr>
            <a:spLocks noChangeArrowheads="1"/>
          </p:cNvSpPr>
          <p:nvPr/>
        </p:nvSpPr>
        <p:spPr bwMode="auto">
          <a:xfrm>
            <a:off x="5200650" y="1628775"/>
            <a:ext cx="125413" cy="127000"/>
          </a:xfrm>
          <a:prstGeom prst="ellipse">
            <a:avLst/>
          </a:prstGeom>
          <a:blipFill dpi="0" rotWithShape="0">
            <a:blip r:embed="rId8"/>
            <a:srcRect/>
            <a:tile tx="0" ty="0" sx="100000" sy="100000" flip="none" algn="tl"/>
          </a:blipFill>
          <a:ln w="20638">
            <a:solidFill>
              <a:srgbClr val="000000"/>
            </a:solidFill>
            <a:round/>
            <a:headEnd/>
            <a:tailEnd/>
          </a:ln>
        </p:spPr>
        <p:txBody>
          <a:bodyPr/>
          <a:lstStyle/>
          <a:p>
            <a:endParaRPr lang="es-CO"/>
          </a:p>
        </p:txBody>
      </p:sp>
      <p:grpSp>
        <p:nvGrpSpPr>
          <p:cNvPr id="23569" name="Group 19"/>
          <p:cNvGrpSpPr>
            <a:grpSpLocks/>
          </p:cNvGrpSpPr>
          <p:nvPr/>
        </p:nvGrpSpPr>
        <p:grpSpPr bwMode="auto">
          <a:xfrm>
            <a:off x="4484688" y="1536700"/>
            <a:ext cx="623887" cy="123825"/>
            <a:chOff x="2825" y="968"/>
            <a:chExt cx="393" cy="78"/>
          </a:xfrm>
        </p:grpSpPr>
        <p:sp>
          <p:nvSpPr>
            <p:cNvPr id="23600" name="Freeform 20"/>
            <p:cNvSpPr>
              <a:spLocks/>
            </p:cNvSpPr>
            <p:nvPr/>
          </p:nvSpPr>
          <p:spPr bwMode="auto">
            <a:xfrm>
              <a:off x="2825" y="968"/>
              <a:ext cx="157" cy="78"/>
            </a:xfrm>
            <a:custGeom>
              <a:avLst/>
              <a:gdLst>
                <a:gd name="T0" fmla="*/ 0 w 157"/>
                <a:gd name="T1" fmla="*/ 39 h 78"/>
                <a:gd name="T2" fmla="*/ 157 w 157"/>
                <a:gd name="T3" fmla="*/ 78 h 78"/>
                <a:gd name="T4" fmla="*/ 157 w 157"/>
                <a:gd name="T5" fmla="*/ 39 h 78"/>
                <a:gd name="T6" fmla="*/ 157 w 157"/>
                <a:gd name="T7" fmla="*/ 0 h 78"/>
                <a:gd name="T8" fmla="*/ 0 w 157"/>
                <a:gd name="T9" fmla="*/ 39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78">
                  <a:moveTo>
                    <a:pt x="0" y="39"/>
                  </a:moveTo>
                  <a:lnTo>
                    <a:pt x="157" y="78"/>
                  </a:lnTo>
                  <a:lnTo>
                    <a:pt x="157" y="39"/>
                  </a:lnTo>
                  <a:lnTo>
                    <a:pt x="157" y="0"/>
                  </a:ln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a:p>
          </p:txBody>
        </p:sp>
        <p:sp>
          <p:nvSpPr>
            <p:cNvPr id="23601" name="Line 21"/>
            <p:cNvSpPr>
              <a:spLocks noChangeShapeType="1"/>
            </p:cNvSpPr>
            <p:nvPr/>
          </p:nvSpPr>
          <p:spPr bwMode="auto">
            <a:xfrm flipH="1">
              <a:off x="2982" y="1007"/>
              <a:ext cx="23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grpSp>
      <p:sp>
        <p:nvSpPr>
          <p:cNvPr id="23570" name="Freeform 22"/>
          <p:cNvSpPr>
            <a:spLocks/>
          </p:cNvSpPr>
          <p:nvPr/>
        </p:nvSpPr>
        <p:spPr bwMode="auto">
          <a:xfrm>
            <a:off x="6373813" y="1036638"/>
            <a:ext cx="354012" cy="623887"/>
          </a:xfrm>
          <a:custGeom>
            <a:avLst/>
            <a:gdLst>
              <a:gd name="T0" fmla="*/ 354012 w 223"/>
              <a:gd name="T1" fmla="*/ 623887 h 393"/>
              <a:gd name="T2" fmla="*/ 311150 w 223"/>
              <a:gd name="T3" fmla="*/ 603250 h 393"/>
              <a:gd name="T4" fmla="*/ 207962 w 223"/>
              <a:gd name="T5" fmla="*/ 520700 h 393"/>
              <a:gd name="T6" fmla="*/ 146050 w 223"/>
              <a:gd name="T7" fmla="*/ 458787 h 393"/>
              <a:gd name="T8" fmla="*/ 63500 w 223"/>
              <a:gd name="T9" fmla="*/ 374650 h 393"/>
              <a:gd name="T10" fmla="*/ 41275 w 223"/>
              <a:gd name="T11" fmla="*/ 333375 h 393"/>
              <a:gd name="T12" fmla="*/ 20637 w 223"/>
              <a:gd name="T13" fmla="*/ 292100 h 393"/>
              <a:gd name="T14" fmla="*/ 0 w 223"/>
              <a:gd name="T15" fmla="*/ 207962 h 393"/>
              <a:gd name="T16" fmla="*/ 0 w 223"/>
              <a:gd name="T17" fmla="*/ 146050 h 393"/>
              <a:gd name="T18" fmla="*/ 0 w 223"/>
              <a:gd name="T19" fmla="*/ 84137 h 393"/>
              <a:gd name="T20" fmla="*/ 20637 w 223"/>
              <a:gd name="T21" fmla="*/ 63500 h 393"/>
              <a:gd name="T22" fmla="*/ 41275 w 223"/>
              <a:gd name="T23" fmla="*/ 41275 h 393"/>
              <a:gd name="T24" fmla="*/ 84137 w 223"/>
              <a:gd name="T25" fmla="*/ 20637 h 393"/>
              <a:gd name="T26" fmla="*/ 166687 w 223"/>
              <a:gd name="T27" fmla="*/ 0 h 393"/>
              <a:gd name="T28" fmla="*/ 269875 w 223"/>
              <a:gd name="T29" fmla="*/ 0 h 393"/>
              <a:gd name="T30" fmla="*/ 333375 w 223"/>
              <a:gd name="T31" fmla="*/ 0 h 3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23" h="393">
                <a:moveTo>
                  <a:pt x="223" y="393"/>
                </a:moveTo>
                <a:lnTo>
                  <a:pt x="196" y="380"/>
                </a:lnTo>
                <a:lnTo>
                  <a:pt x="131" y="328"/>
                </a:lnTo>
                <a:lnTo>
                  <a:pt x="92" y="289"/>
                </a:lnTo>
                <a:lnTo>
                  <a:pt x="40" y="236"/>
                </a:lnTo>
                <a:lnTo>
                  <a:pt x="26" y="210"/>
                </a:lnTo>
                <a:lnTo>
                  <a:pt x="13" y="184"/>
                </a:lnTo>
                <a:lnTo>
                  <a:pt x="0" y="131"/>
                </a:lnTo>
                <a:lnTo>
                  <a:pt x="0" y="92"/>
                </a:lnTo>
                <a:lnTo>
                  <a:pt x="0" y="53"/>
                </a:lnTo>
                <a:lnTo>
                  <a:pt x="13" y="40"/>
                </a:lnTo>
                <a:lnTo>
                  <a:pt x="26" y="26"/>
                </a:lnTo>
                <a:lnTo>
                  <a:pt x="53" y="13"/>
                </a:lnTo>
                <a:lnTo>
                  <a:pt x="105" y="0"/>
                </a:lnTo>
                <a:lnTo>
                  <a:pt x="170" y="0"/>
                </a:lnTo>
                <a:lnTo>
                  <a:pt x="21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3571" name="Freeform 23"/>
          <p:cNvSpPr>
            <a:spLocks/>
          </p:cNvSpPr>
          <p:nvPr/>
        </p:nvSpPr>
        <p:spPr bwMode="auto">
          <a:xfrm>
            <a:off x="7100888" y="1036638"/>
            <a:ext cx="395287" cy="646112"/>
          </a:xfrm>
          <a:custGeom>
            <a:avLst/>
            <a:gdLst>
              <a:gd name="T0" fmla="*/ 0 w 249"/>
              <a:gd name="T1" fmla="*/ 646112 h 407"/>
              <a:gd name="T2" fmla="*/ 41275 w 249"/>
              <a:gd name="T3" fmla="*/ 623887 h 407"/>
              <a:gd name="T4" fmla="*/ 166687 w 249"/>
              <a:gd name="T5" fmla="*/ 541337 h 407"/>
              <a:gd name="T6" fmla="*/ 249237 w 249"/>
              <a:gd name="T7" fmla="*/ 458787 h 407"/>
              <a:gd name="T8" fmla="*/ 311150 w 249"/>
              <a:gd name="T9" fmla="*/ 374650 h 407"/>
              <a:gd name="T10" fmla="*/ 331787 w 249"/>
              <a:gd name="T11" fmla="*/ 333375 h 407"/>
              <a:gd name="T12" fmla="*/ 352425 w 249"/>
              <a:gd name="T13" fmla="*/ 292100 h 407"/>
              <a:gd name="T14" fmla="*/ 373062 w 249"/>
              <a:gd name="T15" fmla="*/ 250825 h 407"/>
              <a:gd name="T16" fmla="*/ 373062 w 249"/>
              <a:gd name="T17" fmla="*/ 228600 h 407"/>
              <a:gd name="T18" fmla="*/ 395287 w 249"/>
              <a:gd name="T19" fmla="*/ 187325 h 407"/>
              <a:gd name="T20" fmla="*/ 395287 w 249"/>
              <a:gd name="T21" fmla="*/ 146050 h 407"/>
              <a:gd name="T22" fmla="*/ 395287 w 249"/>
              <a:gd name="T23" fmla="*/ 125412 h 407"/>
              <a:gd name="T24" fmla="*/ 373062 w 249"/>
              <a:gd name="T25" fmla="*/ 84137 h 407"/>
              <a:gd name="T26" fmla="*/ 352425 w 249"/>
              <a:gd name="T27" fmla="*/ 63500 h 407"/>
              <a:gd name="T28" fmla="*/ 331787 w 249"/>
              <a:gd name="T29" fmla="*/ 41275 h 407"/>
              <a:gd name="T30" fmla="*/ 269875 w 249"/>
              <a:gd name="T31" fmla="*/ 20637 h 407"/>
              <a:gd name="T32" fmla="*/ 187325 w 249"/>
              <a:gd name="T33" fmla="*/ 0 h 407"/>
              <a:gd name="T34" fmla="*/ 82550 w 249"/>
              <a:gd name="T35" fmla="*/ 20637 h 407"/>
              <a:gd name="T36" fmla="*/ 20637 w 249"/>
              <a:gd name="T37" fmla="*/ 20637 h 4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 h="407">
                <a:moveTo>
                  <a:pt x="0" y="407"/>
                </a:moveTo>
                <a:lnTo>
                  <a:pt x="26" y="393"/>
                </a:lnTo>
                <a:lnTo>
                  <a:pt x="105" y="341"/>
                </a:lnTo>
                <a:lnTo>
                  <a:pt x="157" y="289"/>
                </a:lnTo>
                <a:lnTo>
                  <a:pt x="196" y="236"/>
                </a:lnTo>
                <a:lnTo>
                  <a:pt x="209" y="210"/>
                </a:lnTo>
                <a:lnTo>
                  <a:pt x="222" y="184"/>
                </a:lnTo>
                <a:lnTo>
                  <a:pt x="235" y="158"/>
                </a:lnTo>
                <a:lnTo>
                  <a:pt x="235" y="144"/>
                </a:lnTo>
                <a:lnTo>
                  <a:pt x="249" y="118"/>
                </a:lnTo>
                <a:lnTo>
                  <a:pt x="249" y="92"/>
                </a:lnTo>
                <a:lnTo>
                  <a:pt x="249" y="79"/>
                </a:lnTo>
                <a:lnTo>
                  <a:pt x="235" y="53"/>
                </a:lnTo>
                <a:lnTo>
                  <a:pt x="222" y="40"/>
                </a:lnTo>
                <a:lnTo>
                  <a:pt x="209" y="26"/>
                </a:lnTo>
                <a:lnTo>
                  <a:pt x="170" y="13"/>
                </a:lnTo>
                <a:lnTo>
                  <a:pt x="118" y="0"/>
                </a:lnTo>
                <a:lnTo>
                  <a:pt x="52" y="13"/>
                </a:lnTo>
                <a:lnTo>
                  <a:pt x="13" y="1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3572" name="Line 24"/>
          <p:cNvSpPr>
            <a:spLocks noChangeShapeType="1"/>
          </p:cNvSpPr>
          <p:nvPr/>
        </p:nvSpPr>
        <p:spPr bwMode="auto">
          <a:xfrm flipH="1" flipV="1">
            <a:off x="6623050" y="1516063"/>
            <a:ext cx="125413" cy="166687"/>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3573" name="Line 25"/>
          <p:cNvSpPr>
            <a:spLocks noChangeShapeType="1"/>
          </p:cNvSpPr>
          <p:nvPr/>
        </p:nvSpPr>
        <p:spPr bwMode="auto">
          <a:xfrm flipH="1" flipV="1">
            <a:off x="6519863" y="1598613"/>
            <a:ext cx="207962" cy="84137"/>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3574" name="Line 26"/>
          <p:cNvSpPr>
            <a:spLocks noChangeShapeType="1"/>
          </p:cNvSpPr>
          <p:nvPr/>
        </p:nvSpPr>
        <p:spPr bwMode="auto">
          <a:xfrm flipV="1">
            <a:off x="7162800" y="1577975"/>
            <a:ext cx="207963" cy="104775"/>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3575" name="Line 27"/>
          <p:cNvSpPr>
            <a:spLocks noChangeShapeType="1"/>
          </p:cNvSpPr>
          <p:nvPr/>
        </p:nvSpPr>
        <p:spPr bwMode="auto">
          <a:xfrm flipV="1">
            <a:off x="7121525" y="1495425"/>
            <a:ext cx="125413" cy="187325"/>
          </a:xfrm>
          <a:prstGeom prst="line">
            <a:avLst/>
          </a:prstGeom>
          <a:noFill/>
          <a:ln w="41275">
            <a:solidFill>
              <a:srgbClr val="000000"/>
            </a:solidFill>
            <a:round/>
            <a:headEnd/>
            <a:tailEnd/>
          </a:ln>
          <a:extLst>
            <a:ext uri="{909E8E84-426E-40DD-AFC4-6F175D3DCCD1}">
              <a14:hiddenFill xmlns:a14="http://schemas.microsoft.com/office/drawing/2010/main">
                <a:noFill/>
              </a14:hiddenFill>
            </a:ext>
          </a:extLst>
        </p:spPr>
        <p:txBody>
          <a:bodyPr/>
          <a:lstStyle/>
          <a:p>
            <a:endParaRPr lang="es-CO"/>
          </a:p>
        </p:txBody>
      </p:sp>
      <p:sp>
        <p:nvSpPr>
          <p:cNvPr id="23576" name="Oval 28"/>
          <p:cNvSpPr>
            <a:spLocks noChangeArrowheads="1"/>
          </p:cNvSpPr>
          <p:nvPr/>
        </p:nvSpPr>
        <p:spPr bwMode="auto">
          <a:xfrm>
            <a:off x="6716713" y="838200"/>
            <a:ext cx="477837" cy="460375"/>
          </a:xfrm>
          <a:prstGeom prst="ellipse">
            <a:avLst/>
          </a:prstGeom>
          <a:solidFill>
            <a:srgbClr val="FFFFFF"/>
          </a:solidFill>
          <a:ln w="20638">
            <a:solidFill>
              <a:srgbClr val="000000"/>
            </a:solidFill>
            <a:round/>
            <a:headEnd/>
            <a:tailEnd/>
          </a:ln>
        </p:spPr>
        <p:txBody>
          <a:bodyPr/>
          <a:lstStyle/>
          <a:p>
            <a:endParaRPr lang="es-CO"/>
          </a:p>
        </p:txBody>
      </p:sp>
      <p:sp>
        <p:nvSpPr>
          <p:cNvPr id="23577" name="Rectangle 29"/>
          <p:cNvSpPr>
            <a:spLocks noChangeArrowheads="1"/>
          </p:cNvSpPr>
          <p:nvPr/>
        </p:nvSpPr>
        <p:spPr bwMode="auto">
          <a:xfrm>
            <a:off x="6851650" y="871538"/>
            <a:ext cx="3937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 </a:t>
            </a:r>
            <a:endParaRPr lang="es-ES"/>
          </a:p>
        </p:txBody>
      </p:sp>
      <p:sp>
        <p:nvSpPr>
          <p:cNvPr id="23578" name="Rectangle 30"/>
          <p:cNvSpPr>
            <a:spLocks noChangeArrowheads="1"/>
          </p:cNvSpPr>
          <p:nvPr/>
        </p:nvSpPr>
        <p:spPr bwMode="auto">
          <a:xfrm>
            <a:off x="6913563" y="787400"/>
            <a:ext cx="2079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i="1">
                <a:solidFill>
                  <a:srgbClr val="000000"/>
                </a:solidFill>
              </a:rPr>
              <a:t> </a:t>
            </a:r>
            <a:endParaRPr lang="es-ES"/>
          </a:p>
        </p:txBody>
      </p:sp>
      <p:sp>
        <p:nvSpPr>
          <p:cNvPr id="23579" name="Rectangle 31"/>
          <p:cNvSpPr>
            <a:spLocks noChangeArrowheads="1"/>
          </p:cNvSpPr>
          <p:nvPr/>
        </p:nvSpPr>
        <p:spPr bwMode="auto">
          <a:xfrm>
            <a:off x="7640638" y="2201863"/>
            <a:ext cx="2905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3580" name="Rectangle 32"/>
          <p:cNvSpPr>
            <a:spLocks noChangeArrowheads="1"/>
          </p:cNvSpPr>
          <p:nvPr/>
        </p:nvSpPr>
        <p:spPr bwMode="auto">
          <a:xfrm>
            <a:off x="5294313" y="2201863"/>
            <a:ext cx="2698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3581" name="Rectangle 33"/>
          <p:cNvSpPr>
            <a:spLocks noChangeArrowheads="1"/>
          </p:cNvSpPr>
          <p:nvPr/>
        </p:nvSpPr>
        <p:spPr bwMode="auto">
          <a:xfrm>
            <a:off x="7183438" y="1870075"/>
            <a:ext cx="29051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3582" name="Rectangle 34"/>
          <p:cNvSpPr>
            <a:spLocks noChangeArrowheads="1"/>
          </p:cNvSpPr>
          <p:nvPr/>
        </p:nvSpPr>
        <p:spPr bwMode="auto">
          <a:xfrm>
            <a:off x="6249988" y="1870075"/>
            <a:ext cx="29051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3583" name="Rectangle 35"/>
          <p:cNvSpPr>
            <a:spLocks noChangeArrowheads="1"/>
          </p:cNvSpPr>
          <p:nvPr/>
        </p:nvSpPr>
        <p:spPr bwMode="auto">
          <a:xfrm>
            <a:off x="5481638" y="1870075"/>
            <a:ext cx="269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sp>
        <p:nvSpPr>
          <p:cNvPr id="23584" name="Rectangle 36"/>
          <p:cNvSpPr>
            <a:spLocks noChangeArrowheads="1"/>
          </p:cNvSpPr>
          <p:nvPr/>
        </p:nvSpPr>
        <p:spPr bwMode="auto">
          <a:xfrm>
            <a:off x="6602413" y="1870075"/>
            <a:ext cx="269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300">
                <a:solidFill>
                  <a:srgbClr val="000000"/>
                </a:solidFill>
              </a:rPr>
              <a:t>–</a:t>
            </a:r>
            <a:endParaRPr lang="es-ES"/>
          </a:p>
        </p:txBody>
      </p:sp>
      <p:grpSp>
        <p:nvGrpSpPr>
          <p:cNvPr id="23585" name="Group 37"/>
          <p:cNvGrpSpPr>
            <a:grpSpLocks/>
          </p:cNvGrpSpPr>
          <p:nvPr/>
        </p:nvGrpSpPr>
        <p:grpSpPr bwMode="auto">
          <a:xfrm>
            <a:off x="6419850" y="2222500"/>
            <a:ext cx="352425" cy="349250"/>
            <a:chOff x="4044" y="1400"/>
            <a:chExt cx="222" cy="220"/>
          </a:xfrm>
        </p:grpSpPr>
        <p:sp>
          <p:nvSpPr>
            <p:cNvPr id="23598" name="Rectangle 38"/>
            <p:cNvSpPr>
              <a:spLocks noChangeArrowheads="1"/>
            </p:cNvSpPr>
            <p:nvPr/>
          </p:nvSpPr>
          <p:spPr bwMode="auto">
            <a:xfrm>
              <a:off x="4044" y="1400"/>
              <a:ext cx="1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3599" name="Rectangle 39"/>
            <p:cNvSpPr>
              <a:spLocks noChangeArrowheads="1"/>
            </p:cNvSpPr>
            <p:nvPr/>
          </p:nvSpPr>
          <p:spPr bwMode="auto">
            <a:xfrm>
              <a:off x="4170" y="1505"/>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ab</a:t>
              </a:r>
              <a:endParaRPr lang="es-ES"/>
            </a:p>
          </p:txBody>
        </p:sp>
      </p:grpSp>
      <p:grpSp>
        <p:nvGrpSpPr>
          <p:cNvPr id="23586" name="Group 40"/>
          <p:cNvGrpSpPr>
            <a:grpSpLocks/>
          </p:cNvGrpSpPr>
          <p:nvPr/>
        </p:nvGrpSpPr>
        <p:grpSpPr bwMode="auto">
          <a:xfrm>
            <a:off x="6851650" y="1890713"/>
            <a:ext cx="312738" cy="374650"/>
            <a:chOff x="4316" y="1191"/>
            <a:chExt cx="197" cy="236"/>
          </a:xfrm>
        </p:grpSpPr>
        <p:sp>
          <p:nvSpPr>
            <p:cNvPr id="23596" name="Rectangle 41"/>
            <p:cNvSpPr>
              <a:spLocks noChangeArrowheads="1"/>
            </p:cNvSpPr>
            <p:nvPr/>
          </p:nvSpPr>
          <p:spPr bwMode="auto">
            <a:xfrm>
              <a:off x="4316" y="1191"/>
              <a:ext cx="157"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3597" name="Rectangle 42"/>
            <p:cNvSpPr>
              <a:spLocks noChangeArrowheads="1"/>
            </p:cNvSpPr>
            <p:nvPr/>
          </p:nvSpPr>
          <p:spPr bwMode="auto">
            <a:xfrm>
              <a:off x="4421" y="1295"/>
              <a:ext cx="9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A</a:t>
              </a:r>
              <a:endParaRPr lang="es-ES"/>
            </a:p>
          </p:txBody>
        </p:sp>
      </p:grpSp>
      <p:grpSp>
        <p:nvGrpSpPr>
          <p:cNvPr id="23587" name="Group 43"/>
          <p:cNvGrpSpPr>
            <a:grpSpLocks/>
          </p:cNvGrpSpPr>
          <p:nvPr/>
        </p:nvGrpSpPr>
        <p:grpSpPr bwMode="auto">
          <a:xfrm>
            <a:off x="5792788" y="1911350"/>
            <a:ext cx="312737" cy="374650"/>
            <a:chOff x="3649" y="1204"/>
            <a:chExt cx="197" cy="236"/>
          </a:xfrm>
        </p:grpSpPr>
        <p:sp>
          <p:nvSpPr>
            <p:cNvPr id="23594" name="Rectangle 44"/>
            <p:cNvSpPr>
              <a:spLocks noChangeArrowheads="1"/>
            </p:cNvSpPr>
            <p:nvPr/>
          </p:nvSpPr>
          <p:spPr bwMode="auto">
            <a:xfrm>
              <a:off x="3649" y="1204"/>
              <a:ext cx="157"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V</a:t>
              </a:r>
              <a:endParaRPr lang="es-ES"/>
            </a:p>
          </p:txBody>
        </p:sp>
        <p:sp>
          <p:nvSpPr>
            <p:cNvPr id="23595" name="Rectangle 45"/>
            <p:cNvSpPr>
              <a:spLocks noChangeArrowheads="1"/>
            </p:cNvSpPr>
            <p:nvPr/>
          </p:nvSpPr>
          <p:spPr bwMode="auto">
            <a:xfrm>
              <a:off x="3754" y="1308"/>
              <a:ext cx="9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R</a:t>
              </a:r>
              <a:endParaRPr lang="es-ES"/>
            </a:p>
          </p:txBody>
        </p:sp>
      </p:grpSp>
      <p:grpSp>
        <p:nvGrpSpPr>
          <p:cNvPr id="23588" name="Group 46"/>
          <p:cNvGrpSpPr>
            <a:grpSpLocks/>
          </p:cNvGrpSpPr>
          <p:nvPr/>
        </p:nvGrpSpPr>
        <p:grpSpPr bwMode="auto">
          <a:xfrm>
            <a:off x="4816475" y="1287463"/>
            <a:ext cx="230188" cy="374650"/>
            <a:chOff x="3034" y="811"/>
            <a:chExt cx="145" cy="236"/>
          </a:xfrm>
        </p:grpSpPr>
        <p:sp>
          <p:nvSpPr>
            <p:cNvPr id="23592" name="Rectangle 47"/>
            <p:cNvSpPr>
              <a:spLocks noChangeArrowheads="1"/>
            </p:cNvSpPr>
            <p:nvPr/>
          </p:nvSpPr>
          <p:spPr bwMode="auto">
            <a:xfrm>
              <a:off x="3034" y="811"/>
              <a:ext cx="11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3593" name="Rectangle 48"/>
            <p:cNvSpPr>
              <a:spLocks noChangeArrowheads="1"/>
            </p:cNvSpPr>
            <p:nvPr/>
          </p:nvSpPr>
          <p:spPr bwMode="auto">
            <a:xfrm>
              <a:off x="3099" y="915"/>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M</a:t>
              </a:r>
              <a:endParaRPr lang="es-ES"/>
            </a:p>
          </p:txBody>
        </p:sp>
      </p:grpSp>
      <p:grpSp>
        <p:nvGrpSpPr>
          <p:cNvPr id="23589" name="Group 49"/>
          <p:cNvGrpSpPr>
            <a:grpSpLocks/>
          </p:cNvGrpSpPr>
          <p:nvPr/>
        </p:nvGrpSpPr>
        <p:grpSpPr bwMode="auto">
          <a:xfrm>
            <a:off x="8169275" y="1287463"/>
            <a:ext cx="211138" cy="347662"/>
            <a:chOff x="5128" y="811"/>
            <a:chExt cx="91" cy="219"/>
          </a:xfrm>
        </p:grpSpPr>
        <p:sp>
          <p:nvSpPr>
            <p:cNvPr id="23590" name="Rectangle 50"/>
            <p:cNvSpPr>
              <a:spLocks noChangeArrowheads="1"/>
            </p:cNvSpPr>
            <p:nvPr/>
          </p:nvSpPr>
          <p:spPr bwMode="auto">
            <a:xfrm>
              <a:off x="5128" y="811"/>
              <a:ext cx="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2000" i="1">
                  <a:solidFill>
                    <a:srgbClr val="000000"/>
                  </a:solidFill>
                </a:rPr>
                <a:t>I</a:t>
              </a:r>
              <a:endParaRPr lang="es-ES"/>
            </a:p>
          </p:txBody>
        </p:sp>
        <p:sp>
          <p:nvSpPr>
            <p:cNvPr id="23591" name="Rectangle 51"/>
            <p:cNvSpPr>
              <a:spLocks noChangeArrowheads="1"/>
            </p:cNvSpPr>
            <p:nvPr/>
          </p:nvSpPr>
          <p:spPr bwMode="auto">
            <a:xfrm>
              <a:off x="5164" y="915"/>
              <a:ext cx="5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s-ES" sz="1200" i="1">
                  <a:solidFill>
                    <a:srgbClr val="000000"/>
                  </a:solidFill>
                </a:rPr>
                <a:t>M</a:t>
              </a:r>
              <a:endParaRPr lang="es-ES"/>
            </a:p>
          </p:txBody>
        </p:sp>
      </p:grpSp>
    </p:spTree>
    <p:extLst>
      <p:ext uri="{BB962C8B-B14F-4D97-AF65-F5344CB8AC3E}">
        <p14:creationId xmlns:p14="http://schemas.microsoft.com/office/powerpoint/2010/main" val="2835426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692696"/>
          </a:xfrm>
        </p:spPr>
        <p:txBody>
          <a:bodyPr/>
          <a:lstStyle/>
          <a:p>
            <a:r>
              <a:rPr lang="es-CO" b="1" dirty="0">
                <a:effectLst>
                  <a:outerShdw blurRad="38100" dist="38100" dir="2700000" algn="tl">
                    <a:srgbClr val="000000">
                      <a:alpha val="43137"/>
                    </a:srgbClr>
                  </a:outerShdw>
                </a:effectLst>
              </a:rPr>
              <a:t>CIRCUITOS RESISTIVOS: LK</a:t>
            </a:r>
            <a:endParaRPr lang="en-US"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692696"/>
            <a:ext cx="8640960" cy="1728192"/>
          </a:xfrm>
        </p:spPr>
        <p:txBody>
          <a:bodyPr/>
          <a:lstStyle/>
          <a:p>
            <a:pPr marL="0" indent="0" algn="just">
              <a:buNone/>
            </a:pPr>
            <a:r>
              <a:rPr lang="es-CO" dirty="0"/>
              <a:t>PARA LOS EJERCICIOS PROPUESTOS EN CLASE DETERMINAR LAS ECUACIONES POR LAS TÉCNICAS DE KIRCHOFF.</a:t>
            </a:r>
            <a:endParaRPr lang="en-US" dirty="0"/>
          </a:p>
        </p:txBody>
      </p:sp>
    </p:spTree>
    <p:extLst>
      <p:ext uri="{BB962C8B-B14F-4D97-AF65-F5344CB8AC3E}">
        <p14:creationId xmlns:p14="http://schemas.microsoft.com/office/powerpoint/2010/main" val="3039410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44624"/>
            <a:ext cx="9144000" cy="792088"/>
          </a:xfrm>
        </p:spPr>
        <p:txBody>
          <a:bodyPr/>
          <a:lstStyle/>
          <a:p>
            <a:r>
              <a:rPr lang="es-CO" b="1" dirty="0">
                <a:effectLst>
                  <a:outerShdw blurRad="38100" dist="38100" dir="2700000" algn="tl">
                    <a:srgbClr val="000000">
                      <a:alpha val="43137"/>
                    </a:srgbClr>
                  </a:outerShdw>
                </a:effectLst>
              </a:rPr>
              <a:t>EJERCICIOS PARA RESOLVER</a:t>
            </a:r>
          </a:p>
        </p:txBody>
      </p:sp>
      <p:sp>
        <p:nvSpPr>
          <p:cNvPr id="3" name="2 Marcador de contenido"/>
          <p:cNvSpPr>
            <a:spLocks noGrp="1"/>
          </p:cNvSpPr>
          <p:nvPr>
            <p:ph idx="1"/>
          </p:nvPr>
        </p:nvSpPr>
        <p:spPr>
          <a:xfrm>
            <a:off x="179512" y="692697"/>
            <a:ext cx="8229600" cy="576064"/>
          </a:xfrm>
        </p:spPr>
        <p:txBody>
          <a:bodyPr/>
          <a:lstStyle/>
          <a:p>
            <a:r>
              <a:rPr lang="es-CO" dirty="0"/>
              <a:t>Resolver los siguientes ejercicios</a:t>
            </a:r>
          </a:p>
        </p:txBody>
      </p:sp>
      <p:pic>
        <p:nvPicPr>
          <p:cNvPr id="24579" name="Picture 3"/>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403648" y="1289660"/>
            <a:ext cx="4896544" cy="5277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2614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44624"/>
            <a:ext cx="9144000" cy="792088"/>
          </a:xfrm>
        </p:spPr>
        <p:txBody>
          <a:bodyPr/>
          <a:lstStyle/>
          <a:p>
            <a:r>
              <a:rPr lang="es-CO" b="1" dirty="0">
                <a:effectLst>
                  <a:outerShdw blurRad="38100" dist="38100" dir="2700000" algn="tl">
                    <a:srgbClr val="000000">
                      <a:alpha val="43137"/>
                    </a:srgbClr>
                  </a:outerShdw>
                </a:effectLst>
              </a:rPr>
              <a:t>EJERCICIOS PARA RESOLVER</a:t>
            </a:r>
          </a:p>
        </p:txBody>
      </p:sp>
      <p:sp>
        <p:nvSpPr>
          <p:cNvPr id="3" name="2 Marcador de contenido"/>
          <p:cNvSpPr>
            <a:spLocks noGrp="1"/>
          </p:cNvSpPr>
          <p:nvPr>
            <p:ph idx="1"/>
          </p:nvPr>
        </p:nvSpPr>
        <p:spPr>
          <a:xfrm>
            <a:off x="179512" y="692697"/>
            <a:ext cx="8229600" cy="576064"/>
          </a:xfrm>
        </p:spPr>
        <p:txBody>
          <a:bodyPr/>
          <a:lstStyle/>
          <a:p>
            <a:r>
              <a:rPr lang="es-CO" dirty="0"/>
              <a:t>Resolver los siguientes ejercicios</a:t>
            </a:r>
          </a:p>
        </p:txBody>
      </p:sp>
      <p:pic>
        <p:nvPicPr>
          <p:cNvPr id="2458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5355" y="1628799"/>
            <a:ext cx="6157913"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9961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4572000" y="-27384"/>
            <a:ext cx="4571999"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ES_tradnl" sz="2400" b="1" dirty="0">
                <a:solidFill>
                  <a:schemeClr val="tx2"/>
                </a:solidFill>
                <a:effectLst>
                  <a:outerShdw blurRad="38100" dist="38100" dir="2700000" algn="tl">
                    <a:srgbClr val="000000">
                      <a:alpha val="43137"/>
                    </a:srgbClr>
                  </a:outerShdw>
                </a:effectLst>
                <a:latin typeface="Arial" charset="0"/>
              </a:rPr>
              <a:t>EJERCICIOS (RESOLVER:)</a:t>
            </a:r>
            <a:endParaRPr lang="es-ES" sz="2000" b="1" dirty="0">
              <a:solidFill>
                <a:schemeClr val="tx2"/>
              </a:solidFill>
              <a:effectLst>
                <a:outerShdw blurRad="38100" dist="38100" dir="2700000" algn="tl">
                  <a:srgbClr val="000000">
                    <a:alpha val="43137"/>
                  </a:srgbClr>
                </a:outerShdw>
              </a:effectLst>
              <a:latin typeface="Arial" charset="0"/>
            </a:endParaRP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34863"/>
            <a:ext cx="4448175"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4221088"/>
            <a:ext cx="57245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5898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2A139C9-6EDB-05AE-BBE5-2B1ED5B0DED2}"/>
              </a:ext>
            </a:extLst>
          </p:cNvPr>
          <p:cNvPicPr>
            <a:picLocks noChangeAspect="1"/>
          </p:cNvPicPr>
          <p:nvPr/>
        </p:nvPicPr>
        <p:blipFill rotWithShape="1">
          <a:blip r:embed="rId2"/>
          <a:srcRect l="48425" t="14983" r="35825" b="48254"/>
          <a:stretch/>
        </p:blipFill>
        <p:spPr>
          <a:xfrm>
            <a:off x="107504" y="427701"/>
            <a:ext cx="4573950" cy="6002597"/>
          </a:xfrm>
          <a:prstGeom prst="rect">
            <a:avLst/>
          </a:prstGeom>
        </p:spPr>
      </p:pic>
      <p:pic>
        <p:nvPicPr>
          <p:cNvPr id="7" name="Imagen 6">
            <a:extLst>
              <a:ext uri="{FF2B5EF4-FFF2-40B4-BE49-F238E27FC236}">
                <a16:creationId xmlns:a16="http://schemas.microsoft.com/office/drawing/2014/main" id="{55F58327-6750-16E3-7A49-27855347FDE0}"/>
              </a:ext>
            </a:extLst>
          </p:cNvPr>
          <p:cNvPicPr>
            <a:picLocks noChangeAspect="1"/>
          </p:cNvPicPr>
          <p:nvPr/>
        </p:nvPicPr>
        <p:blipFill rotWithShape="1">
          <a:blip r:embed="rId2"/>
          <a:srcRect l="48425" t="53049" r="35825" b="12182"/>
          <a:stretch/>
        </p:blipFill>
        <p:spPr>
          <a:xfrm>
            <a:off x="4823520" y="747759"/>
            <a:ext cx="4320480" cy="5362479"/>
          </a:xfrm>
          <a:prstGeom prst="rect">
            <a:avLst/>
          </a:prstGeom>
        </p:spPr>
      </p:pic>
    </p:spTree>
    <p:extLst>
      <p:ext uri="{BB962C8B-B14F-4D97-AF65-F5344CB8AC3E}">
        <p14:creationId xmlns:p14="http://schemas.microsoft.com/office/powerpoint/2010/main" val="2382361657"/>
      </p:ext>
    </p:extLst>
  </p:cSld>
  <p:clrMapOvr>
    <a:masterClrMapping/>
  </p:clrMapOvr>
</p:sld>
</file>

<file path=ppt/theme/theme1.xml><?xml version="1.0" encoding="utf-8"?>
<a:theme xmlns:a="http://schemas.openxmlformats.org/drawingml/2006/main" name="molecula">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molecula</Template>
  <TotalTime>894</TotalTime>
  <Words>965</Words>
  <Application>Microsoft Office PowerPoint</Application>
  <PresentationFormat>Presentación en pantalla (4:3)</PresentationFormat>
  <Paragraphs>210</Paragraphs>
  <Slides>39</Slides>
  <Notes>1</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5</vt:i4>
      </vt:variant>
      <vt:variant>
        <vt:lpstr>Títulos de diapositiva</vt:lpstr>
      </vt:variant>
      <vt:variant>
        <vt:i4>39</vt:i4>
      </vt:variant>
    </vt:vector>
  </HeadingPairs>
  <TitlesOfParts>
    <vt:vector size="48" baseType="lpstr">
      <vt:lpstr>Arial</vt:lpstr>
      <vt:lpstr>Calibri</vt:lpstr>
      <vt:lpstr>Symbol</vt:lpstr>
      <vt:lpstr>molecula</vt:lpstr>
      <vt:lpstr>Documento</vt:lpstr>
      <vt:lpstr>Ecuación</vt:lpstr>
      <vt:lpstr>Document</vt:lpstr>
      <vt:lpstr>Microsoft Word Picture</vt:lpstr>
      <vt:lpstr>Equation.3</vt:lpstr>
      <vt:lpstr>LEY DE OHM LEYES DE KIRCHOFF</vt:lpstr>
      <vt:lpstr>CONTENIDO</vt:lpstr>
      <vt:lpstr>CIRCUITOS RESISTIVOS: LEY DE OHM</vt:lpstr>
      <vt:lpstr>CIRCUITOS RESISTIVOS: LEY DE OHM</vt:lpstr>
      <vt:lpstr>CIRCUITOS RESISTIVOS: LEY DE OHM</vt:lpstr>
      <vt:lpstr>CIRCUITOS RESISTIVOS: LEYES DE KIRCHOFF</vt:lpstr>
      <vt:lpstr>LEYES DE KIRCHOFF</vt:lpstr>
      <vt:lpstr>Leyes fundamentales de los circuitos y sus aplicaciones</vt:lpstr>
      <vt:lpstr>Presentación de PowerPoint</vt:lpstr>
      <vt:lpstr>Presentación de PowerPoint</vt:lpstr>
      <vt:lpstr>Ley de kirchhoff de las corrientes (LKC)  o Ley de los nodos </vt:lpstr>
      <vt:lpstr>Presentación de PowerPoint</vt:lpstr>
      <vt:lpstr>Ejercicios</vt:lpstr>
      <vt:lpstr>EJERCICIOS</vt:lpstr>
      <vt:lpstr>PASOS PARA RESOLVER CIRCUITOS POR LA LEY DE CORRIENTES DE KIRCHOFF</vt:lpstr>
      <vt:lpstr>LEY DE KIRCHHOFF DE LAS TENSIONES (LKT Ó LKV Ó LVK)  Ó LEY DE LAS MALLAS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EJERCICIOS (RESOLVER)</vt:lpstr>
      <vt:lpstr>Presentación de PowerPoint</vt:lpstr>
      <vt:lpstr>Presentación de PowerPoint</vt:lpstr>
      <vt:lpstr>CIRCUITOS RESISTIVOS: LK</vt:lpstr>
      <vt:lpstr>EJERCICIOS PARA RESOLVER</vt:lpstr>
      <vt:lpstr>EJERCICIOS PARA RESOLVER</vt:lpstr>
      <vt:lpstr>Presentación de PowerPoint</vt:lpstr>
      <vt:lpstr>Presentación de PowerPoint</vt:lpstr>
    </vt:vector>
  </TitlesOfParts>
  <Company>HOGAR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CIRCUITOS RESISTIVOS</dc:title>
  <dc:creator>JORGE ALEJANDRO ALDANA GUTIERREZ</dc:creator>
  <cp:lastModifiedBy>Alejo Guti</cp:lastModifiedBy>
  <cp:revision>46</cp:revision>
  <dcterms:created xsi:type="dcterms:W3CDTF">2012-01-30T16:48:39Z</dcterms:created>
  <dcterms:modified xsi:type="dcterms:W3CDTF">2024-03-18T20:03:06Z</dcterms:modified>
</cp:coreProperties>
</file>